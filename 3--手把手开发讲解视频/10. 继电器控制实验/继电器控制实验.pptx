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8" r:id="rId4"/>
    <p:sldId id="259" r:id="rId5"/>
    <p:sldId id="265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继电器控制实验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继电器介绍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继电器介绍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电器是一种电子控制器件，它具有控制系统（又称输入回路）和被控制系统（又称输出回路），通常应用于自动控制电路中，它实际上是用较小的电流去控制较大电流的一种“自动开关”。故在电路中起着自动调节、安全保护、转换电路等作用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pic>
        <p:nvPicPr>
          <p:cNvPr id="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855" y="1108075"/>
            <a:ext cx="7313930" cy="32378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" y="4448810"/>
            <a:ext cx="8159115" cy="4965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645" y="1193165"/>
            <a:ext cx="2619375" cy="3371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本章所要实现的功能是：让继电器线圈得电触点吸合，即让 F28335 的GPIO15管脚输出高电平。为了能展现系统运行情况，通常我们还会控制一个指示灯闪烁，表示系统正在运行。程序框架如下：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（1）初始化继电器控制IO口（使能对应IO外设时钟、配置IO为普通IO功能和输出模式、上拉设置等）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（2）继电器控制程序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WPS 演示</Application>
  <PresentationFormat>自定义</PresentationFormat>
  <Paragraphs>21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蜂鸣器实验</vt:lpstr>
      <vt:lpstr>本讲主要内容</vt:lpstr>
      <vt:lpstr>1.蜂鸣器介绍</vt:lpstr>
      <vt:lpstr>2.硬件设计</vt:lpstr>
      <vt:lpstr>3.软件设计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24</cp:revision>
  <dcterms:created xsi:type="dcterms:W3CDTF">2015-05-05T08:02:00Z</dcterms:created>
  <dcterms:modified xsi:type="dcterms:W3CDTF">2018-06-22T07:35:13Z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