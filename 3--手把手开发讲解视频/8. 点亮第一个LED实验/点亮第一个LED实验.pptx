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7" r:id="rId3"/>
    <p:sldId id="258" r:id="rId4"/>
    <p:sldId id="259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65" r:id="rId13"/>
    <p:sldId id="266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-702" y="-10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04838" y="3186053"/>
            <a:ext cx="6982361" cy="117892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04838" y="4538211"/>
            <a:ext cx="6982361" cy="46921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964874" y="2770413"/>
            <a:ext cx="5065514" cy="637806"/>
          </a:xfrm>
        </p:spPr>
        <p:txBody>
          <a:bodyPr anchor="t" anchorCtr="0">
            <a:normAutofit/>
          </a:bodyPr>
          <a:lstStyle>
            <a:lvl1pPr algn="r">
              <a:defRPr sz="2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 smtClean="0"/>
              <a:t>此处添加您的标题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44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437323"/>
            <a:ext cx="5157787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063115"/>
            <a:ext cx="5157787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37323"/>
            <a:ext cx="5183188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63115"/>
            <a:ext cx="5183188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8615" y="2002969"/>
            <a:ext cx="4974771" cy="1828800"/>
          </a:xfrm>
        </p:spPr>
        <p:txBody>
          <a:bodyPr>
            <a:noAutofit/>
          </a:bodyPr>
          <a:lstStyle>
            <a:lvl1pPr algn="ctr">
              <a:defRPr sz="720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B98A9-C20B-4D5B-92DA-1D75B9D715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50B9-7135-4D78-A58F-DF4CD6531E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692" y="457200"/>
            <a:ext cx="10034617" cy="718457"/>
          </a:xfrm>
        </p:spPr>
        <p:txBody>
          <a:bodyPr anchor="ctr">
            <a:normAutofit/>
          </a:bodyPr>
          <a:lstStyle>
            <a:lvl1pPr algn="ctr">
              <a:defRPr sz="2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83129" y="1197429"/>
            <a:ext cx="10025743" cy="2917372"/>
          </a:xfrm>
        </p:spPr>
        <p:txBody>
          <a:bodyPr anchor="ctr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9240" y="4288973"/>
            <a:ext cx="9569632" cy="198029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97886" y="365125"/>
            <a:ext cx="1055914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58686" y="365125"/>
            <a:ext cx="8665028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5"/>
            <a:ext cx="10515600" cy="854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502229"/>
            <a:ext cx="10515600" cy="34660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Wingdings 2" pitchFamily="18" charset="2"/>
        <a:buChar char=""/>
        <a:defRPr sz="2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418330" y="2172335"/>
            <a:ext cx="7705725" cy="1179195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92D050"/>
                </a:solidFill>
                <a:latin typeface="+mj-lt"/>
                <a:ea typeface="+mj-ea"/>
              </a:rPr>
              <a:t>点亮第一个LED实验</a:t>
            </a:r>
            <a:endParaRPr lang="zh-CN" altLang="en-US" dirty="0">
              <a:solidFill>
                <a:srgbClr val="92D050"/>
              </a:solidFill>
              <a:latin typeface="+mj-lt"/>
              <a:ea typeface="+mj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本讲主要内容</a:t>
            </a:r>
            <a:endParaRPr lang="zh-CN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F28335 GPIO介绍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硬件设计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软件设计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F28335 GPIO介绍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4965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GPIO（general purpose intput output）是通用输入输出端口的简称，可以通过软件来控制其输入和输出。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开发板上使用的 DSP 型号是 TMS320F28335，此芯片共有 176 引脚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838200" y="912495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1.1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GPIO概念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4255135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（1）电源引脚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（2）晶振引脚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（3）复位引脚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（4）下载引脚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（5）BOOT引脚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（6）GPIO 引脚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8745" y="156210"/>
            <a:ext cx="6647180" cy="65455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4255135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（1）电源引脚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（2）晶振引脚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（3）复位引脚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（4）下载引脚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（5）BOOT引脚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（6）GPIO 引脚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3249295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光盘“\6--芯片资料\开发板芯片数据手册”内，里面有一个 tms320f28335(中文版).pdf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7495" y="1475105"/>
            <a:ext cx="7641590" cy="3692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/>
        </p:nvSpPr>
        <p:spPr>
          <a:xfrm>
            <a:off x="838200" y="912495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1.2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GPIO结构框图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6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3220" y="912495"/>
            <a:ext cx="5664200" cy="55994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9625" y="1026795"/>
            <a:ext cx="4798060" cy="19253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675" y="3288030"/>
            <a:ext cx="6363335" cy="268224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/>
        </p:nvSpPr>
        <p:spPr>
          <a:xfrm>
            <a:off x="838200" y="912495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1.3 GPIO相关寄存器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3340" y="1560195"/>
            <a:ext cx="6475730" cy="48971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8400" y="1428750"/>
            <a:ext cx="7315200" cy="44678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硬件设计</a:t>
            </a:r>
            <a:endParaRPr lang="zh-CN" altLang="en-US" dirty="0"/>
          </a:p>
        </p:txBody>
      </p:sp>
      <p:pic>
        <p:nvPicPr>
          <p:cNvPr id="11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083945"/>
            <a:ext cx="5836285" cy="4003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485" y="2155190"/>
            <a:ext cx="4460875" cy="144335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7890" y="5087620"/>
            <a:ext cx="7068820" cy="6953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软件设计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本章所要实现的功能是：点亮 D1 发光二极管，即让 F28335 的GPIO68 管脚输出一个低电平。完成后再控制D1指示灯闪烁，即间隔一定时间点亮和熄灭D1指示灯。程序框架如下：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（1）初始化LED控制IO口（使能对应IO外设时钟、配置IO为普通IO功能和输出模式、上拉设置等）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（2）LED控制程序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28"/>
  <p:tag name="KSO_WM_UNIT_TYPE" val="a"/>
  <p:tag name="KSO_WM_UNIT_INDEX" val="1"/>
  <p:tag name="KSO_WM_UNIT_ID" val="custom160428_1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.xml><?xml version="1.0" encoding="utf-8"?>
<p:tagLst xmlns:p="http://schemas.openxmlformats.org/presentationml/2006/main">
  <p:tag name="KSO_WM_TEMPLATE_THUMBS_INDEX" val="1、9、12、16、20、26、28、29"/>
  <p:tag name="KSO_WM_TEMPLATE_CATEGORY" val="custom"/>
  <p:tag name="KSO_WM_TEMPLATE_INDEX" val="160428"/>
  <p:tag name="KSO_WM_TAG_VERSION" val="1.0"/>
  <p:tag name="KSO_WM_SLIDE_ID" val="custom160428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heme/theme1.xml><?xml version="1.0" encoding="utf-8"?>
<a:theme xmlns:a="http://schemas.openxmlformats.org/drawingml/2006/main" name="1_A000120140530A99PPBG">
  <a:themeElements>
    <a:clrScheme name="141">
      <a:dk1>
        <a:srgbClr val="5F5F5F"/>
      </a:dk1>
      <a:lt1>
        <a:sysClr val="window" lastClr="FFFFFF"/>
      </a:lt1>
      <a:dk2>
        <a:srgbClr val="5F5F5F"/>
      </a:dk2>
      <a:lt2>
        <a:srgbClr val="FFFFFF"/>
      </a:lt2>
      <a:accent1>
        <a:srgbClr val="87A452"/>
      </a:accent1>
      <a:accent2>
        <a:srgbClr val="58B898"/>
      </a:accent2>
      <a:accent3>
        <a:srgbClr val="489698"/>
      </a:accent3>
      <a:accent4>
        <a:srgbClr val="C2C25E"/>
      </a:accent4>
      <a:accent5>
        <a:srgbClr val="C00000"/>
      </a:accent5>
      <a:accent6>
        <a:srgbClr val="FFC000"/>
      </a:accent6>
      <a:hlink>
        <a:srgbClr val="00B0F0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509</Words>
  <Application>WPS 演示</Application>
  <PresentationFormat>自定义</PresentationFormat>
  <Paragraphs>44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黑体</vt:lpstr>
      <vt:lpstr>Wingdings 2</vt:lpstr>
      <vt:lpstr>微软雅黑</vt:lpstr>
      <vt:lpstr>Arial Unicode MS</vt:lpstr>
      <vt:lpstr>Wingdings</vt:lpstr>
      <vt:lpstr>Calibri</vt:lpstr>
      <vt:lpstr>1_A000120140530A99PPBG</vt:lpstr>
      <vt:lpstr>DSP TMS320F28335介绍</vt:lpstr>
      <vt:lpstr>本讲主要内容</vt:lpstr>
      <vt:lpstr>1.TMS320F28335介绍</vt:lpstr>
      <vt:lpstr>1.F28335 GPIO介绍</vt:lpstr>
      <vt:lpstr>PowerPoint 演示文稿</vt:lpstr>
      <vt:lpstr>PowerPoint 演示文稿</vt:lpstr>
      <vt:lpstr>1.F28335 GPIO介绍</vt:lpstr>
      <vt:lpstr>PowerPoint 演示文稿</vt:lpstr>
      <vt:lpstr>1.F28335 GPIO介绍</vt:lpstr>
      <vt:lpstr>PowerPoint 演示文稿</vt:lpstr>
      <vt:lpstr>2.F28335能做什么</vt:lpstr>
      <vt:lpstr>3.怎样学好F28335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认识和了解开发板功能及其使用</dc:title>
  <dc:creator/>
  <cp:lastModifiedBy>普中科技35</cp:lastModifiedBy>
  <cp:revision>27</cp:revision>
  <dcterms:created xsi:type="dcterms:W3CDTF">2015-05-05T08:02:00Z</dcterms:created>
  <dcterms:modified xsi:type="dcterms:W3CDTF">2018-06-22T07:17:09Z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