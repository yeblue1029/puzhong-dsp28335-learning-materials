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RS485通信实验实验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1.RS485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通信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altLang="zh-CN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WPS 演示</Application>
  <PresentationFormat>自定义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DAC数模转换实验</vt:lpstr>
      <vt:lpstr>本讲主要内容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91</cp:revision>
  <dcterms:created xsi:type="dcterms:W3CDTF">2015-05-05T08:02:00Z</dcterms:created>
  <dcterms:modified xsi:type="dcterms:W3CDTF">2018-10-15T07:37:47Z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