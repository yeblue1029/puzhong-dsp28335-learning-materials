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3"/>
    <p:sldId id="258" r:id="rId4"/>
    <p:sldId id="259" r:id="rId5"/>
    <p:sldId id="267" r:id="rId6"/>
    <p:sldId id="265" r:id="rId7"/>
    <p:sldId id="269" r:id="rId8"/>
    <p:sldId id="270" r:id="rId9"/>
    <p:sldId id="271" r:id="rId10"/>
    <p:sldId id="272" r:id="rId11"/>
    <p:sldId id="273" r:id="rId12"/>
    <p:sldId id="268" r:id="rId13"/>
    <p:sldId id="26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步进电机实验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步进电机介绍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步进电机介绍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步进电机是将电脉冲信号转变为角位移或线位移的开环控制元件。在非超载情况下，电机的转速、停止的位置只取决于脉冲信号的频率和脉冲数，而不受负载变化的影响，即给电机加一个脉冲信号，电机则转过一个步距角。这一线性关系的存在，加上步进电机只有周期性的误差而无累积误差等特点，使得步进电机在速度、位置等控制领域的控制操作非常简单。虽然步进电机应用广泛，但它并不像普通的直流和交流电机那样在常规状态下使用， 它必须由双环形脉冲信号、 功率驱动电路等组成控制系统方可使用。因此用好步进电机也非易事，它涉及机械、电机、电子及计算机等许多专业知识。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步进电机主要分为以下几类：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(1)永磁式(PM)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(2)反应式(VR)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(3)混合式(HB)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步进电机主要技术指标如下：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（1）相数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（2）步距角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（3）拍数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（4）保持转矩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（1）工作原理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步进电机有三线式、 四线式、 五线式和六线式， 但其控制方式均相同， 都要以脉冲信号电流来驱动。 假设每旋转一圈需要 200 个脉冲信号来励磁， 可以计算出每个励磁信号能使步进电机前进 1.8° 。 其旋转角度与脉冲的个数成正比。 步进电动机的正、 反转由励磁脉冲产生的顺序来控制。 六线式四相步进电机是比较常见的， 它的控制等效电路如下图所示：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步进电机工作原理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5985" y="4121150"/>
            <a:ext cx="4305935" cy="23037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（2）励磁方式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步进电机的励磁方式分为全步励磁和半步励磁两种。其中全步励磁又有一相励磁和二相励磁之分， 半步励磁又称一二相励磁。 假设每旋转一圈需要 200 个脉冲信号来励磁， 可以计算出每个励磁信号能使步进电动机前进 1.8°。简要介绍如下：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①一相励磁：在每一瞬间， 步进电机只有一个线圈导通.每送一个励磁信号， 步进电机旋转 1.8， 这是三种励磁方式中最简单的一种。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其特点是:精确度好、 消耗电力小，但输出转矩最小， 振动较大。 如果以该方式控制步进电机正转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7155" y="1841500"/>
            <a:ext cx="6470015" cy="22910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②二相励磁：在每一瞬间，步进电动机有两个线圈同时导通。每送一个励磁信号， 步进电机旋转 1.8。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其特点是： 输出转矩大， 振动小， 因而成为目前使用最多的励磁方式。 如果以该方式控制步进电机正转， 对应的励磁顺序见下表。 若励磁信号反向传送， 则步进电机反转。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8295" y="3507105"/>
            <a:ext cx="6454775" cy="22694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③一二相励磁：为一相励磁与二相励磁交替导通的方式。 每送一个励磁信号， 步进电机旋转 0.9。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其特点是:分辨率高， 运转平滑， 故应用也很广泛。 如果以该方式控制步进电机正转，对应的励磁顺序见下表。 若励磁信号反向传送， 则步进电机反转。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2925" y="3376930"/>
            <a:ext cx="6497955" cy="30473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LN2003是一个单片高电压、高电流的达林顿晶体管阵列集成电路。它是由7对NPN达林顿管组成的，它的高电压输出特性和阴极箝位二极管可以转换感应负载。单个达林顿对的集电极电流是500mA。达林顿管并联可以承受更大的电流。此电路主要应用于继电器驱动器，字锤驱动器，灯驱动器，显示驱动器（LED气体放电），线路驱动器和逻辑缓冲器。ULN2003的每对达林顿管都有一个2.7k串联电阻，可以直接和TTL或5V CMOS装置。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1.2 ULN2003芯片介绍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4355" y="3586798"/>
            <a:ext cx="4364990" cy="2771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dirty="0"/>
          </a:p>
        </p:txBody>
      </p:sp>
      <p:pic>
        <p:nvPicPr>
          <p:cNvPr id="8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3335" y="1454150"/>
            <a:ext cx="3739515" cy="28848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415" y="4555490"/>
            <a:ext cx="5056505" cy="8483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本章所要实现的功能是：通过K1、K2键控制四线双极性步进电机的正反转，并且控制LED1指示灯不断闪烁，提示系统正在运行。程序框架如下：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（1）初始化电机IO口（使能对应IO外设时钟、配置IO为普通IO功能和输出模式、上拉设置等）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（2）按键检测程序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（3）电机控制程序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8195" y="3250565"/>
            <a:ext cx="2124075" cy="296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660" y="3250565"/>
            <a:ext cx="2563495" cy="29952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1444</Words>
  <Application>WPS 演示</Application>
  <PresentationFormat>自定义</PresentationFormat>
  <Paragraphs>52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蜂鸣器实验</vt:lpstr>
      <vt:lpstr>本讲主要内容</vt:lpstr>
      <vt:lpstr>1.蜂鸣器介绍</vt:lpstr>
      <vt:lpstr>1.步进电机介绍</vt:lpstr>
      <vt:lpstr>2.硬件设计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2.硬件设计</vt:lpstr>
      <vt:lpstr>3.软件设计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26</cp:revision>
  <dcterms:created xsi:type="dcterms:W3CDTF">2015-05-05T08:02:00Z</dcterms:created>
  <dcterms:modified xsi:type="dcterms:W3CDTF">2018-06-22T08:31:16Z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