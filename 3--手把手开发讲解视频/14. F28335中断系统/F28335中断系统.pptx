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3"/>
    <p:sldId id="258" r:id="rId4"/>
    <p:sldId id="259" r:id="rId5"/>
    <p:sldId id="268" r:id="rId6"/>
    <p:sldId id="269" r:id="rId7"/>
    <p:sldId id="271" r:id="rId8"/>
    <p:sldId id="272" r:id="rId9"/>
    <p:sldId id="273" r:id="rId10"/>
    <p:sldId id="274" r:id="rId11"/>
    <p:sldId id="275" r:id="rId12"/>
    <p:sldId id="276" r:id="rId13"/>
    <p:sldId id="265" r:id="rId14"/>
    <p:sldId id="277" r:id="rId15"/>
    <p:sldId id="278" r:id="rId16"/>
    <p:sldId id="266" r:id="rId17"/>
    <p:sldId id="267" r:id="rId18"/>
    <p:sldId id="279" r:id="rId19"/>
    <p:sldId id="28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F28335中断系统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中断介绍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中断操作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中断相关寄存器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中断配置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中断介绍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中断其实就是当 CPU 执行程序时，由于发生了某种随机的事件(外部或内部)，引起 CPU 暂时中断正在运行的程序，转去执行一段特殊的服务程序(中断服务子程序或中断处理程序)，以处理该事件，该事件处理完后又返回被中断的程序继续执行，这一过程就称为中断，引发中断的称为中断源。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中断概念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4405" y="3609340"/>
            <a:ext cx="5036820" cy="18053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F28335内部有16个中断线，其中包括2个不可屏蔽中断（RESET和NMI）与14个可屏蔽中断。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1.2 F28335中断概述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9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2365" y="2218690"/>
            <a:ext cx="5106035" cy="43789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025" y="410210"/>
            <a:ext cx="5431155" cy="60375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180" y="410210"/>
            <a:ext cx="6046470" cy="61271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28335的中断采用的是3级中断机制，分别是外设级中断、PIE级中断和CPU级中断，最内核部分为CPU级中断，即CPU只能响应从CPU中断线上过来的中断请求，但F28335中断源很多，CPU没有那么多中断线，在有限中断线的情况下，只能安排中断线进行复用，其复用管理就有了中间层的PIE级中断，外设要能够成功产生中断响应，就要首先经外设级中断允许，然后经PIE允许，最终CPU做出响应。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1.3 F28335中断机制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1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5135" y="3592195"/>
            <a:ext cx="6292215" cy="3165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图片 4"/>
          <p:cNvPicPr>
            <a:picLocks noChangeAspect="1"/>
          </p:cNvPicPr>
          <p:nvPr/>
        </p:nvPicPr>
        <p:blipFill>
          <a:blip r:embed="rId1"/>
          <a:srcRect l="19530" t="19711" r="24051" b="10397"/>
          <a:stretch>
            <a:fillRect/>
          </a:stretch>
        </p:blipFill>
        <p:spPr>
          <a:xfrm>
            <a:off x="2171065" y="977265"/>
            <a:ext cx="7849870" cy="49041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6715" y="977265"/>
            <a:ext cx="8877935" cy="49034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响应中断，就是CPU要去执行相应的中断服务程序，其响应过程是CPU将现执行程序的指令地址压入堆栈，跳转到中断服务程序入口地址，中断服务程序的入口地址就是中断向量，这个中断向量用2个16位寄存器存放。入口地址是22位的，地址的低16位保存在该向量的低16位；地址的高16位则保存在它的高6位，更高的10位保留。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1.4 F28335中断向量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在F28335中，中断向量表可以被映射到4个不同的存储区域，在实际应用中，F28335只能使用PIE中断向量表映射区域。中断向量表映射主要由以下型号控制。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①VMAP：该位在状态寄存器1（ST1）的第3位，复位后值为1。可以通过改变ST1值或使用SETC/CLRC VMAP指令改变VMAP的值，正常操作时该位置1。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②MOM1MAP：该位在状态寄存器1（ST1）的第11位，复位后该位置1.可以通过改变ST1的值或使用SETC/CLRC M0M1MAP指令改变M0M1MAP的值，正常操作该位置1。M0M1MAP=0是厂家测试时使用。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③ENPIE：该位在PIECTRL寄存器的第0位，复位的默认值为0（PIE被屏蔽）。器件复位后，可以通过调整PIECTRL寄存器的值进行修改。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根据上述控制位的不同设置，中断向量表有不同的映射方式，如图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1.5 中断向量映射方式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2145" y="1786255"/>
            <a:ext cx="7843520" cy="16579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145" y="4362450"/>
            <a:ext cx="7818120" cy="7486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中断操作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E模块8个中断分成一组与外部中断一起共用一个CPU中断，总共有12组中断（INT1-INT12）。每组中断有相应的中断标志（PIEIFR）和使能寄存器（PIEIER），这些寄存器控制PIE向CPU申请中断。同时CPU还根据PIEIFR和PIEIER寄存器确定执行哪个中断服务程序。在清除PIEIFR和PIEIER的位时，要遵循以下3个规则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①不要用软件编程清除PIEIFR的位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②软件设置中断优先级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③使用PIEIER禁止中断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2.1 复位中断操作过程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应用外设中断的使能/禁止标志位使能/禁止外设中断，PIEIER和CPU IER寄存器主要是在同一组中断内设置中断优先级。如果要修改PIEIER寄存器的设置，有两种方法。第一种方法是保护相应的PIE标志寄存器标志位，防止中断丢失。第二种方法是清除相应的PIE寄存器的标志位。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2.2 使能/禁止复用外设中断的处理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2.3 外设复用中断向CPU申请中断的流程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5490" y="1475105"/>
            <a:ext cx="8161020" cy="51098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中断相关寄存器</a:t>
            </a:r>
            <a:endParaRPr lang="zh-CN" altLang="en-US" dirty="0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3.1 PIE控制寄存器（PIECTRL）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175" y="1800225"/>
            <a:ext cx="8525510" cy="15189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175" y="3319145"/>
            <a:ext cx="8524875" cy="23710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中断配置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使能外设对应的PIE中断，由于外设中断较多，它们是由PIE统一管理，所以要根据你所使用的外设中断选择对应的组，比如外部中断1，它是由PIE组1的第4线连接，这个在前面中断介绍时讲解过。因此可由PIE控制寄存器中相应中断使能位来控制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PieCtrlRegs.PIEIER1.bit.INTx4 = 1;    // 使能PIE组1的INT4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（2）使能外设中断，这个具体是由外设相关中断使能位来控制，比如外部中断1，这个可由外部中断1的控制寄存器中相应中断使能位来控制。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XIntruptRegs.XINT1CR.bit.ENABLE= 1;       // 使能XINT1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指定中断向量表中断服务函数地址，这个通过对PIE中断向量表寄存器的相应位进行设置，中断服务函数名可自定义，但是要符合C语言标识符命名规则，在中断函数名前需加上地址符“&amp;”。在对PIE中断向量表寄存器设置时要先声明EALLOW，修改完成后还要声明EDIS。比如外部中断1，其设置如下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EALLOW;	// 修改被保护的寄存器，修改前应添加EALLOW语句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PieVectTable.XINT1 = &amp;EXTI1_IRQn;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EDIS;   // EDIS的意思是不允许修改被保护的寄存器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（4）使能CPU中断及全局中断，这个通过对IER和EINT寄存器相应位设置进行使能或者失能。比如外部中断1，其代码如下：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IER |= M_INT1;   // 使能CPU中断1（INT1）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EINT;       		// 开全局中断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（5）编写中断服务函数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好中断后如果有触发，即会进入中断服务函数，中断服务函数名在前面已定义好，所以要保证一致，否则将不会进入中断服务函数内执行。在DSP28335软件开发中，要在中断服务函数名前加上关键字interrupt。例如外部中断1的中断服务函数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interrupt void EXTI1_IRQn(void)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...功能程序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2299</Words>
  <Application>WPS 演示</Application>
  <PresentationFormat>自定义</PresentationFormat>
  <Paragraphs>82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蜂鸣器实验</vt:lpstr>
      <vt:lpstr>本讲主要内容</vt:lpstr>
      <vt:lpstr>1.蜂鸣器介绍</vt:lpstr>
      <vt:lpstr>1.中断介绍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2.硬件设计</vt:lpstr>
      <vt:lpstr>2.中断操作</vt:lpstr>
      <vt:lpstr>PowerPoint 演示文稿</vt:lpstr>
      <vt:lpstr>3.软件设计</vt:lpstr>
      <vt:lpstr>3.中断相关寄存器</vt:lpstr>
      <vt:lpstr>4.中断配置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32</cp:revision>
  <dcterms:created xsi:type="dcterms:W3CDTF">2015-05-05T08:02:00Z</dcterms:created>
  <dcterms:modified xsi:type="dcterms:W3CDTF">2018-06-22T09:26:24Z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