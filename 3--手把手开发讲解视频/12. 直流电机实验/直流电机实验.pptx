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3"/>
    <p:sldId id="258" r:id="rId4"/>
    <p:sldId id="259" r:id="rId5"/>
    <p:sldId id="265" r:id="rId6"/>
    <p:sldId id="268" r:id="rId7"/>
    <p:sldId id="267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直流电机实验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直流电机介绍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直流电机介绍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流电机是指能将直流电能转换成机械能（直流电动机）或将机械能转换成直流电能（直流发电机）的旋转电机。它是能实现直流电能和机械能互相转换的电机。当它作电动机运行时是直流电动机，将电能转换为机械能；作发电机运行时是直流发电机，将机械能转换为电能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8570" y="3577590"/>
            <a:ext cx="4006215" cy="16649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340" y="3277870"/>
            <a:ext cx="3747770" cy="2265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TC1508S电机驱动芯片介绍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97025" y="1475105"/>
            <a:ext cx="8997315" cy="48837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2805" y="1520190"/>
            <a:ext cx="10487025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730" y="927735"/>
            <a:ext cx="7020560" cy="35636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030" y="4491355"/>
            <a:ext cx="7159625" cy="1201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本章所要实现的功能是：通过K1、K2、K3键控制电机的正反转和停止，并且控制LED1指示灯不断闪烁，提示系统正在运行。程序框架如下：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（1）初始化电机IO口（使能对应IO外设时钟、配置IO为普通IO功能和输出模式、上拉设置等）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（2）按键检测程序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（3）电机控制程序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860" y="3288030"/>
            <a:ext cx="2387600" cy="29870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WPS 演示</Application>
  <PresentationFormat>自定义</PresentationFormat>
  <Paragraphs>24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蜂鸣器实验</vt:lpstr>
      <vt:lpstr>本讲主要内容</vt:lpstr>
      <vt:lpstr>1.蜂鸣器介绍</vt:lpstr>
      <vt:lpstr>2.硬件设计</vt:lpstr>
      <vt:lpstr>PowerPoint 演示文稿</vt:lpstr>
      <vt:lpstr>2.硬件设计</vt:lpstr>
      <vt:lpstr>3.软件设计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26</cp:revision>
  <dcterms:created xsi:type="dcterms:W3CDTF">2015-05-05T08:02:00Z</dcterms:created>
  <dcterms:modified xsi:type="dcterms:W3CDTF">2018-06-22T08:08:22Z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