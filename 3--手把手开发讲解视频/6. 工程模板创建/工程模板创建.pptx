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58" r:id="rId4"/>
    <p:sldId id="259" r:id="rId5"/>
    <p:sldId id="267" r:id="rId6"/>
    <p:sldId id="265" r:id="rId7"/>
    <p:sldId id="268" r:id="rId8"/>
    <p:sldId id="269" r:id="rId9"/>
    <p:sldId id="270" r:id="rId10"/>
    <p:sldId id="272" r:id="rId11"/>
    <p:sldId id="273" r:id="rId12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4" r:id="rId23"/>
    <p:sldId id="285" r:id="rId24"/>
    <p:sldId id="286" r:id="rId25"/>
    <p:sldId id="28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工程模板创建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获取工程模板基础文件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创建工程模板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获取工程模板基础文件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光盘资料“8--DSP相关资料\工程模板创建基础文件”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7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8530" y="1927860"/>
            <a:ext cx="4021455" cy="22244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90" y="4152265"/>
            <a:ext cx="6811010" cy="22072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①：DSP2833x_common文件夹：存放了DSP2833x开发所需的外设、内核、DSP运算库、CMD等文件。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②：DSP2833x_headers文件夹：存放了DSP2833x开发所需的外设头文件、带和不带BIOS CMD等文件。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创建工程模板</a:t>
            </a:r>
            <a:endParaRPr lang="zh-CN" altLang="en-US" dirty="0"/>
          </a:p>
        </p:txBody>
      </p:sp>
      <p:pic>
        <p:nvPicPr>
          <p:cNvPr id="4" name="图片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11375" y="1583690"/>
            <a:ext cx="7715885" cy="39801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09190" y="812800"/>
            <a:ext cx="7374255" cy="52330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7575" y="1392555"/>
            <a:ext cx="5271135" cy="35731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865" y="368935"/>
            <a:ext cx="4439285" cy="58096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58590" y="1085850"/>
            <a:ext cx="4274820" cy="43249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一个完整的基础工程有哪些文件所构成呢？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①首先需要仿真调试或者flash烧写所需的.cmd文件和DSP的BIOS或nonBIOS .cmd文件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②其次需要我们使用的芯片的.ccxml目标配置文件。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③芯片内核及外设.c源文件，比如DSP2833x_Gpio.c、DSP2833x_PieCtrl.c等。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④芯片内核及外设.h头文件，比如DSP2833x_Gpio.h、DSP2833x_PieCtrl.h等。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⑤DSP .lib库文件，常用的如IQmath.lib等。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9590" y="1239520"/>
            <a:ext cx="6305550" cy="3438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1239520"/>
            <a:ext cx="4409440" cy="3076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57730" y="1043940"/>
            <a:ext cx="7019290" cy="45059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85290" y="648335"/>
            <a:ext cx="4285615" cy="52838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905" y="648335"/>
            <a:ext cx="3875405" cy="53873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1215" y="486410"/>
            <a:ext cx="5605145" cy="34658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60" y="486410"/>
            <a:ext cx="4267200" cy="34664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025" y="4036695"/>
            <a:ext cx="5377180" cy="1957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main.c文件内需要编写的程序如下：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#include "DSP2833x_Device.h"     // DSP2833x Headerfile Include File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#include "DSP2833x_Examples.h"   // DSP2833x Examples Include File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main()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2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82750" y="639445"/>
            <a:ext cx="8613775" cy="54711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2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7400" y="709295"/>
            <a:ext cx="4145280" cy="5293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195" y="709295"/>
            <a:ext cx="6301740" cy="4610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3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7580" y="457200"/>
            <a:ext cx="4600575" cy="210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155" y="457200"/>
            <a:ext cx="4420235" cy="29514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80" y="3408680"/>
            <a:ext cx="4854575" cy="21697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155" y="3408680"/>
            <a:ext cx="4420235" cy="32461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3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1150" y="764540"/>
            <a:ext cx="8463915" cy="5010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57860" y="320675"/>
            <a:ext cx="10515600" cy="6247130"/>
          </a:xfrm>
        </p:spPr>
        <p:txBody>
          <a:bodyPr>
            <a:normAutofit/>
          </a:bodyPr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//延时函数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delay(void)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Uint16 		i;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Uint32      j;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for(i=0;i&lt;32;i++)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for (j = 0; j &lt; 100000; j++);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LED_Init(void)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EALLOW;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//LED1端口配置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GpioCtrlRegs.GPBMUX2.bit.GPIO60=0;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GpioCtrlRegs.GPBDIR.bit.GPIO60=1;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GpioCtrlRegs.GPBPUD.bit.GPIO60=0;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GpioDataRegs.GPBSET.bit.GPIO60=1;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EDIS;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57860" y="320675"/>
            <a:ext cx="10515600" cy="6247130"/>
          </a:xfrm>
        </p:spPr>
        <p:txBody>
          <a:bodyPr>
            <a:normAutofit/>
          </a:bodyPr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main()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InitSysCtrl();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InitPeripheralClocks();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LED_Init();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while(1)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{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GpioDataRegs.GPBTOGGLE.bit.GPIO60=1;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delay();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}	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4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04795" y="638810"/>
            <a:ext cx="5517515" cy="850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165" y="1657350"/>
            <a:ext cx="7216775" cy="45059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3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7125" y="834390"/>
            <a:ext cx="4887595" cy="49028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834390"/>
            <a:ext cx="4667250" cy="49060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4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54095" y="1038225"/>
            <a:ext cx="3941445" cy="4781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WPS 演示</Application>
  <PresentationFormat>自定义</PresentationFormat>
  <Paragraphs>73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DSP TMS320F28335介绍</vt:lpstr>
      <vt:lpstr>本讲主要内容</vt:lpstr>
      <vt:lpstr>1.TMS320F28335介绍</vt:lpstr>
      <vt:lpstr>1.获取工程模板基础文件</vt:lpstr>
      <vt:lpstr>2.F28335能做什么</vt:lpstr>
      <vt:lpstr>2.创建工程模板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28</cp:revision>
  <dcterms:created xsi:type="dcterms:W3CDTF">2015-05-05T08:02:00Z</dcterms:created>
  <dcterms:modified xsi:type="dcterms:W3CDTF">2018-06-09T08:39:09Z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