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7" r:id="rId3"/>
    <p:sldId id="258" r:id="rId4"/>
    <p:sldId id="259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60" r:id="rId13"/>
    <p:sldId id="271" r:id="rId14"/>
    <p:sldId id="272" r:id="rId15"/>
    <p:sldId id="261" r:id="rId16"/>
    <p:sldId id="26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SPI串行外设接口实验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1.SPI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2.SPI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配置步骤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1.SPI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4965" cy="4883785"/>
          </a:xfrm>
        </p:spPr>
        <p:txBody>
          <a:bodyPr>
            <a:normAutofit lnSpcReduction="10000"/>
          </a:bodyPr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SPI的全称是"Serial Peripheral Interface"，意为串行外围接</a:t>
            </a: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口,是Motorola首先在其MC68HCXX系列处理器上定义的。SPI接口主</a:t>
            </a: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要应用在EEPROM、FLASH、实时时钟、AD转换器，还有数字信号处</a:t>
            </a: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理器和数字信号解码器之间。SPI是一种高速的，全双工，同步的</a:t>
            </a: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通信总线，并且在芯片的管脚上只占用四根线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SPI简介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20675"/>
            <a:ext cx="10514965" cy="6038215"/>
          </a:xfrm>
        </p:spPr>
        <p:txBody>
          <a:bodyPr>
            <a:normAutofit fontScale="90000" lnSpcReduction="20000"/>
          </a:bodyPr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SPI内部结构简易图</a:t>
            </a: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SPI 主要特点有： 可以同时发出和接收串行数据； 可以当作主机或</a:t>
            </a: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从机工作； 提供频率可编程时钟； 发送结束中断标志； 写冲突保护； </a:t>
            </a:r>
            <a:endParaRPr lang="en-US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总线竞争保护等。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173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355" y="1016318"/>
            <a:ext cx="6419850" cy="3773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4965" cy="4883785"/>
          </a:xfrm>
        </p:spPr>
        <p:txBody>
          <a:bodyPr>
            <a:normAutofit lnSpcReduction="10000"/>
          </a:bodyPr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①4 个外部引脚：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SPISOMI：SPI 从输出/主输入引脚。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SPISIMO：SPI 从输入/主输出引脚。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SPISTE：SPI 从发送使能引脚。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SPICLK：SPI 串行时钟引脚。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②2 种工作方式：主、从工作方式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③波特率：125 种可编程波特率。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④数据字长：可编程的 1-16 个数据长度。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⑤4 种时钟模式（由时钟极性和时钟相位控制）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F28335 的 SPI 模块介绍</a:t>
            </a:r>
            <a:endParaRPr lang="en-US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0" y="739775"/>
            <a:ext cx="7029450" cy="5378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4965" cy="4883785"/>
          </a:xfrm>
        </p:spPr>
        <p:txBody>
          <a:bodyPr>
            <a:normAutofit lnSpcReduction="10000"/>
          </a:bodyPr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⑥接收和发送可同时操作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⑦增强特点：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--16 级发送/接收 FIFO。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--延时发送控制。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27241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1.3 SPI 内部结构框图</a:t>
            </a:r>
            <a:endParaRPr lang="en-US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175" y="834390"/>
            <a:ext cx="4581525" cy="3181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175" y="4015740"/>
            <a:ext cx="5199380" cy="2557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660" y="1534795"/>
            <a:ext cx="6153150" cy="3467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76300"/>
            <a:ext cx="10514965" cy="5482590"/>
          </a:xfrm>
        </p:spPr>
        <p:txBody>
          <a:bodyPr>
            <a:normAutofit lnSpcReduction="10000"/>
          </a:bodyPr>
          <a:p>
            <a:pPr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 模块相关寄存器主要有如下部分：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31432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1.4 SPI 相关寄存器介绍</a:t>
            </a:r>
            <a:endParaRPr lang="en-US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415" y="1574165"/>
            <a:ext cx="8597900" cy="3473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2.SPI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配置步骤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927735"/>
            <a:ext cx="10514965" cy="54311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 相关库函数在DSP2833x_Spi.c 和 DSP2833x_Spi.h 文件中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（1）使能 SPI 外设时钟及初始化对应 GPIO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EALLOW;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SysCtrlRegs.PCLKCR0.bit.SPIAENCLK = 1; // SPI-A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EDIS;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InitSpiaGpio();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（2）SPI 工作方式及参数设置，包括数据格式、相位极性、FIFO 功能等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72110"/>
            <a:ext cx="10514965" cy="598678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 Initialize SPI FIFO registers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SpiaRegs.SPIFFTX.all=0xE040;//使能 FIFO，清除发送中断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SpiaRegs.SPIFFRX.all=0x204f;//使能 FIFO 接收 16 级深度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SpiaRegs.SPIFFCT.all=0x0;//清除 FIFO 计数器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SpiaRegs.SPICCR.all =0x000F;//复位 SPI，上升沿发送，下降沿接收，16位数据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SpiaRegs.SPICTL.all =0x0006;// 无相位延时，主模式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SpiaRegs.SPIBRR =0x007F;//确定 SPICLK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SpiaRegs.SPICCR.all =0x009F;//自测模式并从复位状态释放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SpiaRegs.SPIPRI.bit.FREE = 1;//自由运行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72110"/>
            <a:ext cx="10514965" cy="598678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（3）SPI 发送和接收函数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Uint16 SPIA_SendReciveData(Uint16 dat)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 Transmit data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SpiaRegs.SPITXBUF=dat;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 Wait until data is received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while(SpiaRegs.SPIFFRX.bit.RXFFST !=1);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return SpiaRegs.SPIRXBUF;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30605"/>
            <a:ext cx="10514965" cy="53282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本实验使用到硬件资源如下：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（1）D1 指示灯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（2）RS232 模块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（3）SPI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8040" y="2995930"/>
            <a:ext cx="5594350" cy="12007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040" y="4309745"/>
            <a:ext cx="5594985" cy="1301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927735"/>
            <a:ext cx="10514965" cy="54311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本章所要实现的功能是：使用 SPI 实现数据的自发自收，通过串口将收发的数据输出显示，并且 D1 指示灯闪烁，指示系统运行状态。程序框架如下：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 SPI 相关参数，开启 SPI 自测功能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（2）编写 SPI 收发函数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（3）编写主函数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</Words>
  <Application>WPS 演示</Application>
  <PresentationFormat>自定义</PresentationFormat>
  <Paragraphs>103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SPI串行外设接口实验</vt:lpstr>
      <vt:lpstr>本讲主要内容</vt:lpstr>
      <vt:lpstr>1.F28335 GPIO介绍</vt:lpstr>
      <vt:lpstr>1.SPI介绍</vt:lpstr>
      <vt:lpstr>1.SPI介绍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1.F28335 GPIO介绍</vt:lpstr>
      <vt:lpstr>2.SPI配置步骤</vt:lpstr>
      <vt:lpstr>PowerPoint 演示文稿</vt:lpstr>
      <vt:lpstr>1.F28335 GPIO介绍</vt:lpstr>
      <vt:lpstr>1.F28335 GPIO介绍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95</cp:revision>
  <dcterms:created xsi:type="dcterms:W3CDTF">2015-05-05T08:02:00Z</dcterms:created>
  <dcterms:modified xsi:type="dcterms:W3CDTF">2019-05-11T08:34:42Z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2052-11.1.0.8612</vt:lpwstr>
  </property>
</Properties>
</file>