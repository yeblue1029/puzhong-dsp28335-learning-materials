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258" r:id="rId4"/>
    <p:sldId id="259" r:id="rId5"/>
    <p:sldId id="267" r:id="rId6"/>
    <p:sldId id="278" r:id="rId7"/>
    <p:sldId id="279" r:id="rId8"/>
    <p:sldId id="280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最小系统介绍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1.F28335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最小系统组成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F28335启动模式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最小系统组成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（1）电源电路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（2）复位电路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（3）晶振电路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（4）下载电路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电源电路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52395" y="1474470"/>
            <a:ext cx="6412230" cy="4842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复位电路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33090" y="2320290"/>
            <a:ext cx="5369560" cy="1857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晶振电路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45330" y="1696085"/>
            <a:ext cx="2126615" cy="3465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marL="0" indent="0">
              <a:buNone/>
            </a:pP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</a:t>
            </a:r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下载电路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015" y="1696085"/>
            <a:ext cx="4901565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F28335启动模式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TMS320F28335支持多种启动模式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950" y="1983105"/>
            <a:ext cx="4733290" cy="41998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310" y="1983105"/>
            <a:ext cx="4161790" cy="29902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310" y="5068570"/>
            <a:ext cx="1595120" cy="1457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自定义</PresentationFormat>
  <Paragraphs>29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DSP TMS320F28335介绍</vt:lpstr>
      <vt:lpstr>本讲主要内容</vt:lpstr>
      <vt:lpstr>1.TMS320F28335介绍</vt:lpstr>
      <vt:lpstr>PowerPoint 演示文稿</vt:lpstr>
      <vt:lpstr>PowerPoint 演示文稿</vt:lpstr>
      <vt:lpstr>PowerPoint 演示文稿</vt:lpstr>
      <vt:lpstr>PowerPoint 演示文稿</vt:lpstr>
      <vt:lpstr>2.F28335能做什么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30</cp:revision>
  <dcterms:created xsi:type="dcterms:W3CDTF">2015-05-05T08:02:00Z</dcterms:created>
  <dcterms:modified xsi:type="dcterms:W3CDTF">2018-06-06T09:29:54Z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