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259" r:id="rId5"/>
    <p:sldId id="269" r:id="rId6"/>
    <p:sldId id="270" r:id="rId7"/>
    <p:sldId id="271" r:id="rId8"/>
    <p:sldId id="265" r:id="rId9"/>
    <p:sldId id="266" r:id="rId10"/>
    <p:sldId id="267" r:id="rId11"/>
    <p:sldId id="274" r:id="rId12"/>
    <p:sldId id="275" r:id="rId13"/>
    <p:sldId id="273" r:id="rId14"/>
    <p:sldId id="27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F28335时钟及控制系统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F28335系统时钟来源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F28335系统控制及外设时钟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时钟单元常用寄存器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4.自定义系统时钟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F28335系统时钟来源</a:t>
            </a:r>
            <a:endParaRPr lang="zh-CN" altLang="en-US" dirty="0"/>
          </a:p>
        </p:txBody>
      </p:sp>
      <p:pic>
        <p:nvPicPr>
          <p:cNvPr id="6" name="图片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15745"/>
            <a:ext cx="10353675" cy="343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26985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①外部时钟源信号接入方法有2种，分别针对的是电压为3.3V的外部时钟和1.9V的外部时钟。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（A）外部时钟信号接入方式1，即采用3.3V的外部时钟。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5060" y="2810510"/>
            <a:ext cx="3936365" cy="2130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26985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（B）外部时钟信号接入方式2，即采用1.9V的外部时钟。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00" y="2301240"/>
            <a:ext cx="3559810" cy="1784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26985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②内部时钟源信号接法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2760" y="2523490"/>
            <a:ext cx="2724150" cy="1688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F28335系统控制及外设时钟</a:t>
            </a:r>
            <a:endParaRPr lang="zh-CN" altLang="en-US" dirty="0"/>
          </a:p>
        </p:txBody>
      </p:sp>
      <p:pic>
        <p:nvPicPr>
          <p:cNvPr id="7" name="图片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15995" y="927735"/>
            <a:ext cx="4921250" cy="581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时钟单元常用寄存器</a:t>
            </a:r>
            <a:endParaRPr lang="zh-CN" altLang="en-US" dirty="0"/>
          </a:p>
        </p:txBody>
      </p:sp>
      <p:pic>
        <p:nvPicPr>
          <p:cNvPr id="10" name="图片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9845" y="829945"/>
            <a:ext cx="7910830" cy="2663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45" y="3493135"/>
            <a:ext cx="7910830" cy="3233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（1）外设时钟控制寄存器PCLKCR0各位定义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外设时钟控制寄存器PCLCCR0/1/3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815" y="2048510"/>
            <a:ext cx="6743065" cy="39998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（2）外设时钟控制寄存器PCLKCR1各位定义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995" y="1891030"/>
            <a:ext cx="6235065" cy="4467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（3）外设时钟控制寄存器PCLKCR3各位定义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290" y="2164080"/>
            <a:ext cx="7490460" cy="3505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4.自定义系统时钟</a:t>
            </a:r>
            <a:endParaRPr lang="zh-CN" altLang="en-US" dirty="0"/>
          </a:p>
        </p:txBody>
      </p:sp>
      <p:pic>
        <p:nvPicPr>
          <p:cNvPr id="20" name="图片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33905" y="1377315"/>
            <a:ext cx="7515860" cy="38696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5205" y="1532890"/>
            <a:ext cx="7262495" cy="3792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WPS 演示</Application>
  <PresentationFormat>自定义</PresentationFormat>
  <Paragraphs>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F28335时钟及控制系统</vt:lpstr>
      <vt:lpstr>本讲主要内容</vt:lpstr>
      <vt:lpstr>1.F28335系统时钟来源</vt:lpstr>
      <vt:lpstr>2.F28335系统控制及外设时钟</vt:lpstr>
      <vt:lpstr>PowerPoint 演示文稿</vt:lpstr>
      <vt:lpstr>PowerPoint 演示文稿</vt:lpstr>
      <vt:lpstr>2.F28335系统控制及外设时钟</vt:lpstr>
      <vt:lpstr>3.时钟单元常用寄存器</vt:lpstr>
      <vt:lpstr>3.自定义系统时钟</vt:lpstr>
      <vt:lpstr>PowerPoint 演示文稿</vt:lpstr>
      <vt:lpstr>PowerPoint 演示文稿</vt:lpstr>
      <vt:lpstr>4.自定义系统时钟</vt:lpstr>
      <vt:lpstr>4.自定义系统时钟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24</cp:revision>
  <dcterms:created xsi:type="dcterms:W3CDTF">2015-05-05T08:02:00Z</dcterms:created>
  <dcterms:modified xsi:type="dcterms:W3CDTF">2018-06-22T06:52:53Z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