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7" r:id="rId3"/>
    <p:sldId id="258" r:id="rId4"/>
    <p:sldId id="259" r:id="rId5"/>
    <p:sldId id="268" r:id="rId6"/>
    <p:sldId id="267" r:id="rId7"/>
    <p:sldId id="265" r:id="rId8"/>
    <p:sldId id="26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按键控制实验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按键介绍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按键介绍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按键是一种电子开关，使用时轻轻按开关按钮就可使开关接通，当松开手时,开关断开。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2120" y="2396490"/>
            <a:ext cx="5203190" cy="26466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7840" y="1588770"/>
            <a:ext cx="5446395" cy="32080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矩阵键盘检测方法有多种，最常用的是行列扫描和线翻转法。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行列扫描法检测时， 先送一列为低电平， 其余几列全为高电平(此时我们确定了列数)，然后立即轮流检测一次各行是否有低电平， 若检测到某一行为低电平(这时我们又确定了行数)， 则我们便可确认当前被按下的键是哪一行哪一列的， 用同样方法轮流送各列一次低电平，再轮流检测一次各行是否变为低电平， 这样即可检测完所有的按键， 当有键被按下时便可判断出按下的键是哪一个键。 当然我们也可以将行线置低电平， 扫描列是否有低电平。 从而达到整个键盘的检测。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线翻转法，就是使所有行线为低电平时，检测所有列线是否有低电平，如果有， 就记录列线值；然后再翻转， 使所有列线都为低电平， 检测所有行线的值， 由于有按键按下，行线的值也会有变化， 记录行线的值。 从而就可以检测到全部按键。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1.1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矩阵键盘介绍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dirty="0"/>
          </a:p>
        </p:txBody>
      </p:sp>
      <p:pic>
        <p:nvPicPr>
          <p:cNvPr id="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1080" y="816610"/>
            <a:ext cx="3937000" cy="34143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915" y="4231005"/>
            <a:ext cx="6898005" cy="8547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545" y="5207000"/>
            <a:ext cx="6810375" cy="1057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本章所要实现的功能是：通过操作3*3矩阵键盘控制LED指示灯，并且控制LED1指示灯不断闪烁，提示系统正在运行。程序框架如下：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（1）初始化按键IO口（使能对应IO外设时钟、配置IO为普通IO功能和输出模式、上拉设置等）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（2）按键检测程序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（3）按键控制程序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</Words>
  <Application>WPS 演示</Application>
  <PresentationFormat>自定义</PresentationFormat>
  <Paragraphs>29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蜂鸣器实验</vt:lpstr>
      <vt:lpstr>本讲主要内容</vt:lpstr>
      <vt:lpstr>1.蜂鸣器介绍</vt:lpstr>
      <vt:lpstr>1.按键介绍</vt:lpstr>
      <vt:lpstr>1.按键介绍</vt:lpstr>
      <vt:lpstr>2.硬件设计</vt:lpstr>
      <vt:lpstr>3.软件设计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27</cp:revision>
  <dcterms:created xsi:type="dcterms:W3CDTF">2015-05-05T08:02:00Z</dcterms:created>
  <dcterms:modified xsi:type="dcterms:W3CDTF">2018-06-22T07:58:30Z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