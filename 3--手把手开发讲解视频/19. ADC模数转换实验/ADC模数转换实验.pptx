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83" r:id="rId14"/>
    <p:sldId id="284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ADC模数转换实验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1.AD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转换原理介绍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3.ADC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配置步骤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1.AD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转换原理介绍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4965" cy="4883785"/>
          </a:xfrm>
        </p:spPr>
        <p:txBody>
          <a:bodyPr>
            <a:normAutofit fontScale="8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 转换器（ADC）将模拟量转换为数字量通常要经过 4 个步骤：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采样、保持、量化和编码。所谓采样即是将一个时间上连续变化的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模拟量转换为时间上离散变化的模拟量。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将采样结果存储起来，直到下次采样，这个过程叫做保持。一般采样器和保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持电路一起总称为采样保持电路。将采样电平归化为与之接近的离散数字电平，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这个过程叫做量化。将量化后的结果按照一定数制形式表示就是编码。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829310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 转换步骤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7610" y="2642235"/>
            <a:ext cx="4715510" cy="1826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76555"/>
            <a:ext cx="10514965" cy="598233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将采样电平（模拟值）转换为数字值时，主要有两类方法：直接比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较型与间接比较型。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--直接比较型：就是将输入模拟信号直接与标准的参考电压比较，从而得到数字量。常见的有并行 ADC 和逐次比较型 ADC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--间接比较型：输入模拟量不是直接与参考电压比较，而是将二者变为中间的某种物理量在进行比较，然后将比较所得的结果进行数字编码。常见的有双积分型 ADC。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（1）逐次逼近型 ADC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7565" y="28638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ADC 转换原理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0725" y="1483360"/>
            <a:ext cx="5671185" cy="3281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（2）双积分型 ADC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4770" y="1804670"/>
            <a:ext cx="6981825" cy="3039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（1）分辨率（Resolution）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（2）转换速率（Conversion Rate）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（3）量化误差（Quantizing Error）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（4）偏移误差（Offset Error）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（5）满刻度误差（Full Scale Error）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（6）线性度（Linearity）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7565" y="28638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1.3 ADC 核心技术指标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 片内集成的 ADC 转换模块的核心资源是一个 12 位的模数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转换器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 ADC 转换模块具有 16 个通道，由 2 个独立的 8 通道模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块组成，这两个独立的 8 通道模块也可以级联成一个 16 通道模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块。尽管 AD 转换器中有多个输入通道和两个序列发生器，但只有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一个转换器。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474345"/>
            <a:ext cx="10514965" cy="5884545"/>
          </a:xfrm>
        </p:spPr>
        <p:txBody>
          <a:bodyPr>
            <a:normAutofit lnSpcReduction="1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 的 ADC 模块主要包括以下特点：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--12 位模数转换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--2 个采样保持器（S/H）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--同时或顺序采样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--模拟电压输入范围 0-3V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--ADC 转换时钟频率最高可配置为 25MHz，采样带宽 12.5MHz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--16 通道模拟输入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--排序器支持 16 通道独立循环“自动转换”，每次转换通道可以软件编程选择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--16 个结果寄存器存放 ADC 转换的结果，转换后的数字量表示为：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数字值=4095*（输入模拟值-ADCLO）/3，输入模拟值在 0-3V 之间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474345"/>
            <a:ext cx="10514965" cy="5884545"/>
          </a:xfrm>
        </p:spPr>
        <p:txBody>
          <a:bodyPr>
            <a:normAutofit lnSpcReduction="1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--多个触发源启动 ADC 转换（SOC）：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①S/W--软件立即启动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②外部引脚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③ePWMx SOCA 启动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④ePWMx SOCB 启动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--灵活的中断控制，允许每个或者每隔一个序列转换结束产生中断请求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--排序器可工作在启动/停止模式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--采样保持（S/H）采集时间窗口有独立的预定标控制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796290"/>
            <a:ext cx="7070725" cy="5028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7565" y="28638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ADC 时钟控制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525" y="1770380"/>
            <a:ext cx="6726555" cy="2926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209550"/>
            <a:ext cx="10514965" cy="6149340"/>
          </a:xfrm>
        </p:spPr>
        <p:txBody>
          <a:bodyPr>
            <a:normAutofit/>
          </a:bodyPr>
          <a:p>
            <a:pPr>
              <a:buNone/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采用保持量化编码过程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S/H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模式：顺序、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同步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" y="1476375"/>
            <a:ext cx="5304790" cy="29584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715" y="1476375"/>
            <a:ext cx="5505450" cy="3562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（1）级联操作方式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7565" y="28638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排序器的工作原理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0" y="1492885"/>
            <a:ext cx="6151880" cy="414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209550"/>
            <a:ext cx="10514965" cy="6149340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结果寄存器不与输入通道完全对应，而是结果寄存器与转换次序对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应。16 通道对应结果寄存器如下：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015" y="1210310"/>
            <a:ext cx="3843655" cy="5339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334645"/>
            <a:ext cx="10514965" cy="602424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（2）双排序器操作方式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7910" y="873760"/>
            <a:ext cx="5620385" cy="5725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（1）参考电压选择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7565" y="28638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2.3 ADC 电气特性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710" y="1647190"/>
            <a:ext cx="5720080" cy="4144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（2）低功耗模式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 支持 3 种不同的供电模式，分别为：ADC 上电、ADC 断电、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 关闭。这3 种模式由 ADCTRL4 寄存器控制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）ADC 校验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 校验子程序 ADC_cal()由生产商嵌入 TI 保留的 OTP 存储内。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根据设备的具体校验数据，boot ROM 自动调用 ADC_cal()子程序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来初始化 ADCREFSEL 和ADCOFFTRIM 寄存器。在通过运行过程中，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该校验过程是自动完成的，用户无需进行任何操作。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）DMA 接口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位于外设 0 地址单元的 ADC 结果寄存器（0x0B00-0x0B0F）支持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DMA 直接访问模式，由于 DMA 访问无需通过总线，所以这些寄存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器同时支持 CPU 访问。位于外设 2 地址单元的 ADC 结果寄存器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（0x7108-0x710F）不支持 DMA 访问。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848995"/>
            <a:ext cx="10514965" cy="550989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（1）ADC 模块控制寄存器 1(ADCTRL1)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（2）ADC 模块控制寄存器 2(ADCTRL2)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（3）ADC 模块控制寄存器 3(ADCTRL3)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（4）最大转换通道数(ADCMAXCONV)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（5）自动排序状态寄存器（ADCASEQSR）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（6）ADC 状态和标志寄存器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（7）ADC 输入通道选择排序控制寄存器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（8）结果寄存器(ADCRESULTn)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7565" y="28638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2.4 ADC 相关寄存器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3.ADC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配置步骤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 相关库函数在 DSP2833x_Adc.c 和 DSP2833x_Adc.h 文件中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（1）使能 ADC 外设时钟及设置 ADC 工作时钟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EALLOW;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SysCtrlRegs.PCLKCR0.bit.ADCENCLK = 1; // ADC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EDIS;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EALLOW;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SysCtrlRegs.HISPCP.all = 3; // HSPCLK 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=SYSCLKOUT/(2*3)=25MHz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EDIS;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 fontScale="90000" lnSpcReduction="1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（2）ADC 初始化设置，包括对 ADCREFSEL 和 ADCOFFTRIM 寄存器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设置等。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void InitAdc(void);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（3）ADC 工作方式设置，包括采样方式、工作频率、采样通道数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AdcRegs.ADCTRL1.bit.ACQ_PS = 0x0f;//顺序采样方式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AdcRegs.ADCTRL3.bit.ADCCLKPS = 1;//ADC 工作 25M 下不分频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AdcRegs.ADCTRL1.bit.SEQ_CASC = 1;// 1 通道模式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AdcRegs.ADCCHSELSEQ1.bit.CONV00 = 0x0;//A0 为采样通道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AdcRegs.ADCTRL1.bit.CONT_RUN = 1;//连续采样模式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AdcRegs.ADCMAXCONV.bit.MAX_CONV1 = 0x0;//最大采样通道数，因为只用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到 A0，所以只有 1 个，即数值为 0。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（4）选择 ADC 触发方式，开启转换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AdcRegs.ADCTRL2.all = 0x2000;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（5）读取 ADC 转换值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Uint16 Read_ADCValue(void)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while (AdcRegs.ADCST.bit.INT_SEQ1== 0);//查询转换是否结束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AdcRegs.ADCST.bit.INT_SEQ1_CLR = 1;//清除中断标志位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return AdcRegs.ADCRESULT0&gt;&gt;4;//将转换结果返回出去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本实验使用到硬件资源如下：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（1）D1 指示灯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（2）数码管模块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（3）ADCINA0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（4）电位器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285" y="365125"/>
            <a:ext cx="1743075" cy="2762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30" y="365125"/>
            <a:ext cx="2600325" cy="1914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2842260"/>
            <a:ext cx="4210050" cy="3009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040" y="3585210"/>
            <a:ext cx="3181350" cy="2266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020" y="635635"/>
            <a:ext cx="5600700" cy="4724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70075"/>
            <a:ext cx="2620645" cy="3117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本章所要实现的功能是：通过 ADCINA0 通道采集电位器电压，并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将电压值通过数码管显示，定时器 0 控制 D1 指示灯闪烁，指示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系统工作状态。程序框架如下：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（1）初始化 ADCAINA0 相关参数，开启 ADCAINA0 转换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（2）编写获取 ADCAINA0 的转换值函数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（3）编写主函数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2886</Words>
  <Application>WPS 演示</Application>
  <PresentationFormat>自定义</PresentationFormat>
  <Paragraphs>188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ADC模数转换实验</vt:lpstr>
      <vt:lpstr>本讲主要内容</vt:lpstr>
      <vt:lpstr>1.通信的基本概念</vt:lpstr>
      <vt:lpstr>1.AD转换原理介绍</vt:lpstr>
      <vt:lpstr>1.AD转换原理介绍</vt:lpstr>
      <vt:lpstr>PowerPoint 演示文稿</vt:lpstr>
      <vt:lpstr>PowerPoint 演示文稿</vt:lpstr>
      <vt:lpstr>1.AD转换原理介绍</vt:lpstr>
      <vt:lpstr>2.F28335的ADC介绍</vt:lpstr>
      <vt:lpstr>PowerPoint 演示文稿</vt:lpstr>
      <vt:lpstr>2.F28335的ADC介绍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2.F28335的ADC介绍</vt:lpstr>
      <vt:lpstr>3.ADC配置步骤</vt:lpstr>
      <vt:lpstr>PowerPoint 演示文稿</vt:lpstr>
      <vt:lpstr>3.ADC配置步骤</vt:lpstr>
      <vt:lpstr>4.硬件设计</vt:lpstr>
      <vt:lpstr>4.硬件设计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99</cp:revision>
  <dcterms:created xsi:type="dcterms:W3CDTF">2015-05-05T08:02:00Z</dcterms:created>
  <dcterms:modified xsi:type="dcterms:W3CDTF">2019-05-12T08:21:47Z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2052-11.1.0.8612</vt:lpwstr>
  </property>
</Properties>
</file>