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3"/>
    <p:sldId id="258" r:id="rId4"/>
    <p:sldId id="259" r:id="rId5"/>
    <p:sldId id="284" r:id="rId6"/>
    <p:sldId id="268" r:id="rId7"/>
    <p:sldId id="265" r:id="rId8"/>
    <p:sldId id="277" r:id="rId9"/>
    <p:sldId id="286" r:id="rId10"/>
    <p:sldId id="287" r:id="rId11"/>
    <p:sldId id="288" r:id="rId12"/>
    <p:sldId id="289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外部中断实验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外部中断介绍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外部中断配置步骤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外部中断介绍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28335共支持7个外部中断XINT1-XINT7，其中XINT1-XINT2只能对GPIO0-GPIO31配置；XINT3-XINT7只对GPIO32-GPIO63配置。XINT13还有一个不可屏蔽的外部中断XNMI共用中断源。每一个外部中断可以被选择为正边沿或负边沿触发，也可以被使能或者禁止（包括XNMI）。可屏蔽中断单元包括一个16位增计数器，该计数器在检测到有效中断边沿时复位为0，同时用来准确记录中断发生的时间。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1.1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外部中断简介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589280"/>
            <a:ext cx="5076825" cy="56534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0565" y="589280"/>
            <a:ext cx="5796915" cy="58743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（1）外部中断控制寄存器（XINTnCR）。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838200" y="912495"/>
            <a:ext cx="10515600" cy="561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</a:lstStyle>
          <a:p>
            <a:r>
              <a:rPr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1.2 外部中断相关寄存器</a:t>
            </a:r>
            <a:endParaRPr sz="28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23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4945" y="1915795"/>
            <a:ext cx="3557270" cy="4340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外部中断配置步骤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外部中断相关函数及寄存器在DSP2833x_PieCtrl.c、DSP2833x_PieVect.c、DSP2833x_GlobalVariableDefs.c文件及其对应的头文件内查找到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（1）失能CPU级中断，并初始化PIE控制器寄存器和PIE中断向量表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InitPieCtrl();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IER = 0x0000;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IFR = 0x0000;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InitPieVectTable();</a:t>
            </a:r>
            <a:endParaRPr 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（2）使能IO口时钟，配置IO口为输入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（3）设置 IO 口与中断线的映射关系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比如我们K1它是连接在GPIO12上，要使用外部中断功能可以是外部中断1或者外部中断2，假如使用外部中断1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代码如下：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GpioIntRegs.GPIOXINT1SEL.bit.GPIOSEL = 12;   // XINT1是GPIO12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（4）指定中断向量表中断服务函数地址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比如外部中断1，其设置如下：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EALLOW;	// 修改被保护的寄存器，修改前应添加EALLOW语句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PieVectTable.XINT1 = &amp;EXTI1_IRQn;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   // EDIS的意思是不允许修改被保护的寄存器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（5）使能外设对应的PIE中断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比如外部中断1，它是由PIE组1的第4通道连接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PieCtrlRegs.PIEIER1.bit.INTx4 = 1;    // 使能PIE组1的INT4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EDIS;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（6）设置外部中断触发方式并使能中断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外部中断的触发方式及中断使能是由XIntruptRegs寄存器控制，具体实现代码如下：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XIntruptRegs.XINT1CR.bit.POLARITY = 0;      // 下降沿触发中断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XIntruptRegs.XINT1CR.bit.ENABLE= 1;        // 使能XINT1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）使能CPU级中断及全局中断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IER |= M_INT1;  // 使能CPU中断1（INT1）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EINT;           // 开全局中断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ERTM;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（8）编写外部中断服务函数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例如外部中断1的中断服务函数：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interrupt void EXTI1_IRQn(void)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{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...功能程序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本实验使用到硬件资源如下：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（1）矩阵按键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（2）外部中断1 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610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0" y="1475105"/>
            <a:ext cx="10515600" cy="488378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本章所要实现的功能是：使用外部中断1功能通过按键K1控制D2亮灭，K4按键控制D3亮灭，D1指示灯闪烁提示系统运行状态。程序框架如下：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（1）初始化对应端口的外部中断功能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（2）编写外部中断函数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（3）编写主函数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1370</Words>
  <Application>WPS 演示</Application>
  <PresentationFormat>自定义</PresentationFormat>
  <Paragraphs>77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外部中断实验</vt:lpstr>
      <vt:lpstr>本讲主要内容</vt:lpstr>
      <vt:lpstr>1.外部中断介绍</vt:lpstr>
      <vt:lpstr>PowerPoint 演示文稿</vt:lpstr>
      <vt:lpstr>PowerPoint 演示文稿</vt:lpstr>
      <vt:lpstr>2.外部中断配置步骤</vt:lpstr>
      <vt:lpstr>PowerPoint 演示文稿</vt:lpstr>
      <vt:lpstr>PowerPoint 演示文稿</vt:lpstr>
      <vt:lpstr>PowerPoint 演示文稿</vt:lpstr>
      <vt:lpstr>PowerPoint 演示文稿</vt:lpstr>
      <vt:lpstr>3.硬件设计</vt:lpstr>
      <vt:lpstr>4.软件设计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42</cp:revision>
  <dcterms:created xsi:type="dcterms:W3CDTF">2015-05-05T08:02:00Z</dcterms:created>
  <dcterms:modified xsi:type="dcterms:W3CDTF">2018-07-28T09:37:42Z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