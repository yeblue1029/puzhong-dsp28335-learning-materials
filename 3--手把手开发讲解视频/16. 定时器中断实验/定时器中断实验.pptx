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58" r:id="rId4"/>
    <p:sldId id="259" r:id="rId5"/>
    <p:sldId id="268" r:id="rId6"/>
    <p:sldId id="295" r:id="rId7"/>
    <p:sldId id="265" r:id="rId8"/>
    <p:sldId id="277" r:id="rId9"/>
    <p:sldId id="286" r:id="rId10"/>
    <p:sldId id="287" r:id="rId11"/>
    <p:sldId id="289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定时器中断实验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TMS320F28335的CPU Time有三个，分别为Timer0，Timer1，Timer2，其中Timer2是为操作系统DSP/BIOS保留的，当未移植操作系统时，可用来做普通的定时器。这三个定时器的中断信号分别为TINT0, TINT1, TINT2，分别对应于中断向量INT1，INT13，INT14。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定时器工作原理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730" y="2951480"/>
            <a:ext cx="6607175" cy="2984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定时器相关寄存器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035" y="1474470"/>
            <a:ext cx="5539740" cy="4765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775" y="1475105"/>
            <a:ext cx="4734560" cy="19538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（1）定时器控制寄存器TIMERxTCR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1935480"/>
            <a:ext cx="5706110" cy="40271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25" y="1935480"/>
            <a:ext cx="4792345" cy="874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定时器配置步骤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定时器相关库函数在DSP2833x_CpuTimers.c文件中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（1）使能定时器时钟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SysCtrlRegs.PCLKCR3.bit.CPUTIMER0ENCLK = 1; // CPU Timer 0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5315" y="348615"/>
            <a:ext cx="10237470" cy="587057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（2）初始化定时器参数，包括制定定时器寄存器地址、周期寄存器值、预定标计数器值等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//指向定时器0的寄存器地址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CpuTimer0.RegsAddr = &amp;CpuTimer0Regs;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//设置定时器0的周期寄存器值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CpuTimer0Regs.PRD.all  = 0xFFFFFFFF;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//设置定时器预定标计数器值为0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CpuTimer0Regs.TPR.all  = 0;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CpuTimer0Regs.TPRH.all = 0;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//确保定时器0为停止状态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CpuTimer0Regs.TCR.bit.TSS = 1;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//重载使能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CpuTimer0Regs.TCR.bit.TRB = 1;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 Reset interrupt counters: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CpuTimer0.InterruptCount = 0;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48615"/>
            <a:ext cx="10515600" cy="634365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（3）定时器的设置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TI提供的库函数“DSP2833x_CpuTimers.c”内已经有函数实现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ConfigCpuTimer(struct CPUTIMER_VARS *Timer, float Freq, float Period)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（4）开启定时器中断功能，并使能定时器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//设置定时器0的中断入口地址为中断向量表的INT0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PieVectTable.TINT0 = &amp;TIM0_IRQn;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//开始定时器功能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CpuTimer0Regs.TCR.bit.TSS=0;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//开启CPU第一组中断并使能第一组中断的第7个小中断，即定时器0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IER |= M_INT1;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PieCtrlRegs.PIEIER1.bit.INTx7 = 1;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//使能总中断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EINT;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ERTM;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（5）编写定时器中断服务函数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interrupt void TIM0_IRQn(void)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......功能程序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本实验使用到硬件资源如下：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（1）D1、D2指示灯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（2）定时器0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本章所要实现的功能是：通过Timer0中断控制 D2 指示灯闪烁，主函数控制 D1 指示灯闪烁提示系统运行状态。程序框架如下：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（1）初始化定时器0，并使能相应中断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（2）编写定时器0中断函数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（3）编写主函数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WPS 演示</Application>
  <PresentationFormat>自定义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外部中断实验</vt:lpstr>
      <vt:lpstr>本讲主要内容</vt:lpstr>
      <vt:lpstr>1.外部中断介绍</vt:lpstr>
      <vt:lpstr>PowerPoint 演示文稿</vt:lpstr>
      <vt:lpstr>PowerPoint 演示文稿</vt:lpstr>
      <vt:lpstr>2.外部中断配置步骤</vt:lpstr>
      <vt:lpstr>PowerPoint 演示文稿</vt:lpstr>
      <vt:lpstr>PowerPoint 演示文稿</vt:lpstr>
      <vt:lpstr>PowerPoint 演示文稿</vt:lpstr>
      <vt:lpstr>3.硬件设计</vt:lpstr>
      <vt:lpstr>4.软件设计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51</cp:revision>
  <dcterms:created xsi:type="dcterms:W3CDTF">2015-05-05T08:02:00Z</dcterms:created>
  <dcterms:modified xsi:type="dcterms:W3CDTF">2018-07-28T09:37:02Z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