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3"/>
    <p:sldId id="258" r:id="rId4"/>
    <p:sldId id="259" r:id="rId5"/>
    <p:sldId id="265" r:id="rId6"/>
    <p:sldId id="268" r:id="rId7"/>
    <p:sldId id="269" r:id="rId8"/>
    <p:sldId id="270" r:id="rId9"/>
    <p:sldId id="271" r:id="rId10"/>
    <p:sldId id="266" r:id="rId11"/>
    <p:sldId id="272" r:id="rId12"/>
    <p:sldId id="267" r:id="rId13"/>
    <p:sldId id="273" r:id="rId14"/>
    <p:sldId id="274" r:id="rId15"/>
    <p:sldId id="275" r:id="rId16"/>
    <p:sldId id="276" r:id="rId17"/>
    <p:sldId id="279" r:id="rId18"/>
    <p:sldId id="280" r:id="rId19"/>
    <p:sldId id="277" r:id="rId20"/>
    <p:sldId id="27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CCS6软件及仿真器驱动安装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CCS6软件获取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CCS6软件安装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DSP仿真器驱动安装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工程导入及程序下载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CCS6软件获取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TI的官网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：http://www.ti.com/tools-software/ccs.html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光盘“5--开发工具\CCS6.1.3.00034_win32.zip”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4475" y="2438400"/>
            <a:ext cx="4418965" cy="3580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CCS6软件安装</a:t>
            </a:r>
            <a:endParaRPr lang="zh-CN" altLang="en-US" dirty="0"/>
          </a:p>
        </p:txBody>
      </p:sp>
      <p:pic>
        <p:nvPicPr>
          <p:cNvPr id="6" name="图片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253490"/>
            <a:ext cx="3735070" cy="22929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270" y="1253490"/>
            <a:ext cx="3381375" cy="4047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645" y="1253490"/>
            <a:ext cx="3876040" cy="3405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12570" y="1141730"/>
            <a:ext cx="4617720" cy="40659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290" y="1141730"/>
            <a:ext cx="4633595" cy="40659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16710" y="1395095"/>
            <a:ext cx="4605020" cy="4068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730" y="1395095"/>
            <a:ext cx="4629150" cy="40678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59205" y="1236980"/>
            <a:ext cx="4986020" cy="43840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25" y="1236980"/>
            <a:ext cx="5021580" cy="43840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2590" y="572135"/>
            <a:ext cx="1236345" cy="5713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572135"/>
            <a:ext cx="8235315" cy="57137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DSP仿真器驱动安装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针对XP系统仿真器驱动安装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9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" y="2054225"/>
            <a:ext cx="2680970" cy="3895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855" y="2054225"/>
            <a:ext cx="3636645" cy="39509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80" y="2054225"/>
            <a:ext cx="4686935" cy="3950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针对WIN7、WIN8、WIN10系统仿真器驱动安装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430" y="2054225"/>
            <a:ext cx="3394710" cy="39503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025" y="2054225"/>
            <a:ext cx="4006850" cy="3956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工程导入及程序下载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（1）打开CCS6软件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5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291715"/>
            <a:ext cx="1064895" cy="14808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15" y="2291715"/>
            <a:ext cx="4309110" cy="25260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91080"/>
            <a:ext cx="4907280" cy="25266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（2）设置仿真器的参数（本开发套件使用XDS100V1）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46275"/>
            <a:ext cx="3083560" cy="44126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760" y="1946275"/>
            <a:ext cx="3169920" cy="2949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680" y="1946275"/>
            <a:ext cx="3855085" cy="29959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95" y="1350010"/>
            <a:ext cx="8291195" cy="4521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（3）导入工程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78965"/>
            <a:ext cx="4842510" cy="38468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710" y="1878965"/>
            <a:ext cx="4618990" cy="3830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830" y="1137285"/>
            <a:ext cx="4003675" cy="5002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570" y="1137285"/>
            <a:ext cx="6102350" cy="5002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在仿真调试或者下载程序前需要确认硬件是否连接好。（将仿真器和开发板连接好→将配置的USB线或电源适配器给开发板供电并将电源开关按下→仿真器 USB 口连接到电脑上→点击 CCS6的 Connect 键；这是推荐的上电顺序，当发生连接错误时请按此顺序上电）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20" y="466090"/>
            <a:ext cx="3556635" cy="5089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975" y="466090"/>
            <a:ext cx="5833745" cy="2134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2600325"/>
            <a:ext cx="5833745" cy="378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0325" y="1181735"/>
            <a:ext cx="5691505" cy="989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2450465"/>
            <a:ext cx="5691505" cy="12052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3925570"/>
            <a:ext cx="5996305" cy="13690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340" y="1280160"/>
            <a:ext cx="5662295" cy="27838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WPS 演示</Application>
  <PresentationFormat>自定义</PresentationFormat>
  <Paragraphs>39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DSP TMS320F28335介绍</vt:lpstr>
      <vt:lpstr>本讲主要内容</vt:lpstr>
      <vt:lpstr>1.TMS320F28335介绍</vt:lpstr>
      <vt:lpstr>2.F28335能做什么</vt:lpstr>
      <vt:lpstr>2.CCS6软件安装</vt:lpstr>
      <vt:lpstr>PowerPoint 演示文稿</vt:lpstr>
      <vt:lpstr>PowerPoint 演示文稿</vt:lpstr>
      <vt:lpstr>PowerPoint 演示文稿</vt:lpstr>
      <vt:lpstr>3.怎样学好F28335</vt:lpstr>
      <vt:lpstr>PowerPoint 演示文稿</vt:lpstr>
      <vt:lpstr>3.DSP仿真器驱动安装</vt:lpstr>
      <vt:lpstr>4.工程导入及程序下载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32</cp:revision>
  <dcterms:created xsi:type="dcterms:W3CDTF">2015-05-05T08:02:00Z</dcterms:created>
  <dcterms:modified xsi:type="dcterms:W3CDTF">2018-06-09T07:21:22Z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