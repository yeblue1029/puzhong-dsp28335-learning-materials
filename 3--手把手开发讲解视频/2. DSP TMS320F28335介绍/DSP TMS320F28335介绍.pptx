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65" r:id="rId11"/>
    <p:sldId id="274" r:id="rId12"/>
    <p:sldId id="275" r:id="rId13"/>
    <p:sldId id="266" r:id="rId14"/>
    <p:sldId id="27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DSP TMS320F28335介绍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TMS320F28335介绍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F28335能做什么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怎样学好F28335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TMS320F28335介绍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622236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F28335芯片型号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6220" y="1934210"/>
            <a:ext cx="6306185" cy="3965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F28335封装信息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4251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F28335 DSP集成了DSP和微控制器的长处，如DSP的主要特征、单周期乘法运算，F28335能够在一个周期内完成32*32位的乘法累加运算，或者两个16*16位乘法累加运算，而同样32位的普通单片机则需要4个周期以上才能完成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②快速的中断响应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③可在任何内存位置进行单周期读、修改、写操作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④可采用C/C++编程软件，效率非常高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1.2 F28335内核主要特点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4251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①32位浮点DSP，主频是150MHz，方便电机控制、电力设备控制及工业控制等。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②片上存储器：FLASH--256K*16位；SRAM--34K*16位；BOOT ROM--8K*16位；OPT ROM--2K*16位。其中FLASH、OPT ROM受口令保护，可以保护用户程序。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片上外设：PWM--18路；HRPWM--6路；CAP--6路；QEP--2通道；ADC--2*8通道，12位，80ns转换时间，0-3V输入量程；SCI--3通道；MCBPS--2通道；CAN--2通道；SPI--1通道；I2C--1通道；外部存储器扩展接口--XINTF；通用输入/输出IO--88个；看门狗电路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TMS320F28335处理器主要资源：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1.3 与DSP2812的性能对比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260" y="1474470"/>
            <a:ext cx="8618220" cy="4635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305" y="1312545"/>
            <a:ext cx="7907020" cy="46507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1.4 F28335的引脚分布极其引脚功能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1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0" y="1474470"/>
            <a:ext cx="4682490" cy="43649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588835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JTAG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引脚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时钟引脚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③复位引脚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④电源引脚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⑤ADC信号引脚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⑥GPIO和外设信号引脚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F28335能做什么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自动化技术。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3090" y="2112010"/>
            <a:ext cx="5925185" cy="3609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智能测量仪器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家用、商用电子产品。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④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通信。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⑤军事领域。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420" y="659130"/>
            <a:ext cx="1527175" cy="27501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205" y="659130"/>
            <a:ext cx="2806700" cy="160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863" y="658813"/>
            <a:ext cx="1480185" cy="1725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888" y="2565083"/>
            <a:ext cx="2708275" cy="1311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日常生活中可见的电子产品：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1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590" y="2196148"/>
            <a:ext cx="2462530" cy="1743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35" y="2197100"/>
            <a:ext cx="1733550" cy="17424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9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60" y="2196148"/>
            <a:ext cx="1447800" cy="242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38" y="2196148"/>
            <a:ext cx="2793365" cy="2247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图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4620" y="2197100"/>
            <a:ext cx="1217930" cy="2686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怎样学好F28335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496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基本外设：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GPIO 输入输出，外部中断，定时器，串口。理解了这四个外设，基本就入门了一款 MCU。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掌握基础的数字电路和模拟电路知识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③深入学习部分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对F28335来说，其内部还有资源，如SPI、IIC、SCI、ECAN、EPWM、ADC、MCBSP、ECAP、EQEP等等。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④高级功能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UCOS，FATFS，MATALB等,以及一些应用。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⑤C 语言能力要加强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496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多动手编程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⑦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遇到问题多百度多浏览论坛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普中科技论坛： www.prechin.net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DSP论坛：http://www.armdsp.net/forum.php?mod=forumdisplay&amp;fid=161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1049</Words>
  <Application>WPS 演示</Application>
  <PresentationFormat>自定义</PresentationFormat>
  <Paragraphs>69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DSP TMS320F28335介绍</vt:lpstr>
      <vt:lpstr>本讲主要内容</vt:lpstr>
      <vt:lpstr>1.TMS320F28335介绍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2.F28335能做什么</vt:lpstr>
      <vt:lpstr>2.F28335能做什么</vt:lpstr>
      <vt:lpstr>PowerPoint 演示文稿</vt:lpstr>
      <vt:lpstr>3.怎样学好F28335</vt:lpstr>
      <vt:lpstr>3.怎样学好F28335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23</cp:revision>
  <dcterms:created xsi:type="dcterms:W3CDTF">2015-05-05T08:02:00Z</dcterms:created>
  <dcterms:modified xsi:type="dcterms:W3CDTF">2018-06-06T09:15:17Z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