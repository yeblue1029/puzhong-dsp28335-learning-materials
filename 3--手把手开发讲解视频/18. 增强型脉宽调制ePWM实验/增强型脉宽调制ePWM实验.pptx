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9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2" r:id="rId24"/>
    <p:sldId id="281" r:id="rId25"/>
    <p:sldId id="282" r:id="rId26"/>
    <p:sldId id="283" r:id="rId27"/>
    <p:sldId id="284" r:id="rId28"/>
    <p:sldId id="280" r:id="rId29"/>
    <p:sldId id="26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增强型脉宽调制ePWM实验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PWM简介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F28335的ePWM介绍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PWM输出配置步骤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PWM简介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27735"/>
            <a:ext cx="10514965" cy="54311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 是 Pulse Width Modulation 的缩写，中文意思就是脉冲宽度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调制，简称脉宽调制。它是利用微处理器的数字输出来对模拟电路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进行控制的一种非常有效的技术，其控制简单、灵活和动态响应好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等优点而成为电力电子技术最广泛应用的控制方式，其应用领域包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括测量，通信，功率控制与变换，电动机控制、伺服控制、调光、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开关电源，甚至某些音频放大器，因此学习 PWM 具有十分重要的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现实意义。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27735"/>
            <a:ext cx="10514965" cy="54311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 对应模拟信号的等效图，如下图所示：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 就像大功率 DA 转换器一样，将数字信号转换为模拟信号，只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 PWM是用调制脉宽的方法将数字信号等效替代模拟信号。也可以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认为 PWM 电路就是一类特殊的 D/A 电路。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565" y="1728470"/>
            <a:ext cx="2672080" cy="2059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F28335的ePWM介绍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27735"/>
            <a:ext cx="10514965" cy="5431155"/>
          </a:xfrm>
        </p:spPr>
        <p:txBody>
          <a:bodyPr>
            <a:normAutofit lnSpcReduction="2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 的 ePWM 模块是个加强模块，与 F2812 的 PWM 模块有较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大不同，在 F2812中，PWM 模块采用事件管理器控制，与 eCAP 和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eQEP 共享定时器信号，而 F28335中每个 ePWM 模块都是一个独立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的小模块，这样的体系结构更方便我们使用与理解。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每个 ePWM 模块由两路 ePWM 输出组成，分别为 ePWMxA 和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ePWMxB，这一对 PWM输出，可以配置成两路独立的单边沿 PWM 输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出，或者两路独立的但互相相对称的双边沿 PWM 输出，或者一对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双边沿非对称的 PWM 输出，共有 6 对这样的 ePWM 模块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。因为每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对 PWM 模块中的两个 PWM 输出均可以单独使用，所以也可以认为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有12 路单路 ePWM，除此之外还有 6 个 APWM，这 6 个 APWM 通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过 CAP 模块扩展配置，可以独立使用，所以 F28335 最多可以有 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18 路 PWM 输出。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927735"/>
            <a:ext cx="10514965" cy="54311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每一组 ePWM 模块都包含以下 7 个模块：时基模块 TB、计数比较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模块 CC、动作模块 AQ、死区产生模块DB、PWM 斩波模块 PC、错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误联防模块 TZ、时间触发模块 ET，如下所示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075" y="2524125"/>
            <a:ext cx="6019800" cy="3171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5210" y="506095"/>
            <a:ext cx="5160645" cy="5824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115" y="487045"/>
            <a:ext cx="5458460" cy="5773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2.1 时基模块 TB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4650" y="1480185"/>
            <a:ext cx="8301990" cy="362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3975" y="614680"/>
            <a:ext cx="7242810" cy="5389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8045" y="1392555"/>
            <a:ext cx="7915275" cy="3253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3740" y="1664970"/>
            <a:ext cx="5489575" cy="3084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2.2 计数比较模块 CC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130" y="1170940"/>
            <a:ext cx="7644130" cy="500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180" y="1997075"/>
            <a:ext cx="8041640" cy="2097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2.3 动作限定模块 AQ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9705" y="1603375"/>
            <a:ext cx="6570980" cy="3650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6350" y="2386330"/>
            <a:ext cx="6848475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2.4 死区控制模块 DB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065" y="1841500"/>
            <a:ext cx="5828030" cy="2868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7465" y="1914525"/>
            <a:ext cx="6257925" cy="302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65" y="1209040"/>
            <a:ext cx="7305675" cy="304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815" y="1209040"/>
            <a:ext cx="3419475" cy="401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2.5 PWM 斩波模块 PC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365" y="1225550"/>
            <a:ext cx="6400800" cy="4051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2099945"/>
            <a:ext cx="4305300" cy="2657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9260" y="1499235"/>
            <a:ext cx="6252845" cy="3859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PWM输出配置步骤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 相关库函数在DSP2833x_EPwm.c 和 DSP2833x_EPwm.h 文件中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（1）使能 ePWM 外设时钟及失能时基模块时钟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EALLOW;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SysCtrlRegs.PCLKCR0.bit.TBCLKSYNC = 0; // Disable TBCLK 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within theePWM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SysCtrlRegs.PCLKCR1.bit.EPWM6ENCLK = 1; // ePWM6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EDIS;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（2）开启 ePWM 对应 GPIO 时钟及初始化配置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InitEPwm6Gpio();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 lnSpcReduction="2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（3）初始化时基模块，即配置 TB 相关寄存器值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// Setup Sync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EPwm6Regs.TBCTL.bit.SYNCOSEL = TB_SYNC_DISABLE; // Pass 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through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// Allow each timer to be sync'ed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EPwm6Regs.TBCTL.bit.PHSEN = TB_DISABLE;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EPwm6Regs.TBPHS.half.TBPHS = 0;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EPwm6Regs.TBCTR = 0x0000; // Clear counter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EPwm6Regs.TBPRD = tbprd;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EPwm6Regs.TBCTL.bit.CTRMODE = TB_COUNT_UP; // Count up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EPwm6Regs.TBCTL.bit.HSPCLKDIV=TB_DIV1;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EPwm6Regs.TBCTL.bit.CLKDIV=TB_DIV1;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 lnSpcReduction="2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（4）初始化比较模块，即配置 CC 相关寄存器值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// Setup shadow register load on ZERO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EPwm6Regs.CMPCTL.bit.SHDWAMODE = CC_SHADOW;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EPwm6Regs.CMPCTL.bit.SHDWBMODE = CC_SHADOW;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EPwm6Regs.CMPCTL.bit.LOADAMODE = CC_CTR_ZERO;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EPwm6Regs.CMPCTL.bit.LOADBMODE = CC_CTR_ZERO;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// Set Compare values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EPwm6Regs.CMPA.half.CMPA = 0; // Set compare A value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EPwm6Regs.CMPB = 0; // Set Compare B value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 lnSpcReduction="2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（5）初始化动作限定模块，即配置 AQ 相关寄存器值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// Set actions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EPwm6Regs.AQCTLA.bit.ZRO = AQ_CLEAR; // Set PWM1A on Zero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EPwm6Regs.AQCTLA.bit.CAU = AQ_SET; // Clear PWM1A on event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up count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EPwm6Regs.AQCTLB.bit.ZRO = AQ_CLEAR; // Set PWM1B on Zero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EPwm6Regs.AQCTLB.bit.CBU = AQ_SET; // Clear PWM1B on event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up count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 lnSpcReduction="20000"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（6）初始化事件触发模块，即配置 ET 相关寄存器值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EPwm6Regs.ETSEL.bit.INTSEL = ET_CTR_ZERO; // Select INT on 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Zeroevent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EPwm6Regs.ETSEL.bit.INTEN = 1; // Enable INT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EPwm6Regs.ETPS.bit.INTPRD = ET_1ST; // Generate INT on 1st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								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event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（7）初始化死区模块、斩波模块，即配置 DB、PC 相关寄存器值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（8）使能时基计数器时钟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EALLOW;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SysCtrlRegs.PCLKCR0.bit.TBCLKSYNC = 1;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EDIS;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本实验使用到硬件资源如下：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（1）D1、D7 指示灯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（2）ePWM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016635"/>
            <a:ext cx="10514965" cy="5342255"/>
          </a:xfrm>
        </p:spPr>
        <p:txBody>
          <a:bodyPr>
            <a:normAutofit/>
          </a:bodyPr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本章所要实现的功能是：通过 ePWM6A 和 ePWM6B 两个管脚输出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ePWM 波，分别控制 D6 和 D7 指示灯亮度，由暗变亮后又由亮变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暗，呈现出呼吸灯效果。程序框架如下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）初始化 ePWM6 管脚为 PWM 输出功能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）PWM 输出控制程序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None/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2767</Words>
  <Application>WPS 演示</Application>
  <PresentationFormat>自定义</PresentationFormat>
  <Paragraphs>132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增强型脉宽调制ePWM实验</vt:lpstr>
      <vt:lpstr>本讲主要内容</vt:lpstr>
      <vt:lpstr>1.AD转换原理介绍</vt:lpstr>
      <vt:lpstr>1.PWM简介</vt:lpstr>
      <vt:lpstr>1.PWM简介</vt:lpstr>
      <vt:lpstr>PowerPoint 演示文稿</vt:lpstr>
      <vt:lpstr>PowerPoint 演示文稿</vt:lpstr>
      <vt:lpstr>PowerPoint 演示文稿</vt:lpstr>
      <vt:lpstr>2.F28335的ePWM介绍</vt:lpstr>
      <vt:lpstr>2.1 时基模块 TB</vt:lpstr>
      <vt:lpstr>PowerPoint 演示文稿</vt:lpstr>
      <vt:lpstr>PowerPoint 演示文稿</vt:lpstr>
      <vt:lpstr>2.1 时基模块 TB</vt:lpstr>
      <vt:lpstr>PowerPoint 演示文稿</vt:lpstr>
      <vt:lpstr>2.2 计数比较模块 CC</vt:lpstr>
      <vt:lpstr>2.3 动作限定模块 AQ</vt:lpstr>
      <vt:lpstr>2.3 动作限定模块 AQ</vt:lpstr>
      <vt:lpstr>2.4 死区控制模块 DB</vt:lpstr>
      <vt:lpstr>PowerPoint 演示文稿</vt:lpstr>
      <vt:lpstr>2.4 死区控制模块 DB</vt:lpstr>
      <vt:lpstr>2.5 PWM 斩波模块 PC</vt:lpstr>
      <vt:lpstr>4.硬件设计</vt:lpstr>
      <vt:lpstr>3.PWM输出配置步骤</vt:lpstr>
      <vt:lpstr>PowerPoint 演示文稿</vt:lpstr>
      <vt:lpstr>PowerPoint 演示文稿</vt:lpstr>
      <vt:lpstr>PowerPoint 演示文稿</vt:lpstr>
      <vt:lpstr>4.硬件设计</vt:lpstr>
      <vt:lpstr>5.软件设计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96</cp:revision>
  <dcterms:created xsi:type="dcterms:W3CDTF">2015-05-05T08:02:00Z</dcterms:created>
  <dcterms:modified xsi:type="dcterms:W3CDTF">2019-05-12T13:41:46Z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2052-11.1.0.8612</vt:lpwstr>
  </property>
</Properties>
</file>