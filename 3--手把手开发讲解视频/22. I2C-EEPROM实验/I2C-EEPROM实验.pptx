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0" d="100"/>
          <a:sy n="70" d="100"/>
        </p:scale>
        <p:origin x="-702" y="-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04838" y="3186053"/>
            <a:ext cx="6982361" cy="1178920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04838" y="4538211"/>
            <a:ext cx="6982361" cy="46921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ST1"/>
          <p:cNvSpPr>
            <a:spLocks noGrp="1"/>
          </p:cNvSpPr>
          <p:nvPr>
            <p:ph type="title" hasCustomPrompt="1"/>
          </p:nvPr>
        </p:nvSpPr>
        <p:spPr>
          <a:xfrm>
            <a:off x="2964874" y="2770413"/>
            <a:ext cx="5065514" cy="637806"/>
          </a:xfrm>
        </p:spPr>
        <p:txBody>
          <a:bodyPr anchor="t" anchorCtr="0">
            <a:normAutofit/>
          </a:bodyPr>
          <a:lstStyle>
            <a:lvl1pPr algn="r">
              <a:defRPr sz="2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 smtClean="0"/>
              <a:t>此处添加您的标题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458687"/>
            <a:ext cx="5181600" cy="350955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458687"/>
            <a:ext cx="5181600" cy="350955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944563"/>
          </a:xfrm>
        </p:spPr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437323"/>
            <a:ext cx="5157787" cy="51339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063115"/>
            <a:ext cx="5157787" cy="290512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437323"/>
            <a:ext cx="5183188" cy="51339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063115"/>
            <a:ext cx="5183188" cy="290512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8615" y="2002969"/>
            <a:ext cx="4974771" cy="1828800"/>
          </a:xfrm>
        </p:spPr>
        <p:txBody>
          <a:bodyPr>
            <a:noAutofit/>
          </a:bodyPr>
          <a:lstStyle>
            <a:lvl1pPr algn="ctr">
              <a:defRPr sz="7200"/>
            </a:lvl1pPr>
          </a:lstStyle>
          <a:p>
            <a:r>
              <a:rPr lang="zh-CN" altLang="en-US" dirty="0" smtClean="0"/>
              <a:t>编辑标题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B98A9-C20B-4D5B-92DA-1D75B9D715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B50B9-7135-4D78-A58F-DF4CD6531EC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8692" y="457200"/>
            <a:ext cx="10034617" cy="718457"/>
          </a:xfrm>
        </p:spPr>
        <p:txBody>
          <a:bodyPr anchor="ctr">
            <a:normAutofit/>
          </a:bodyPr>
          <a:lstStyle>
            <a:lvl1pPr algn="ctr">
              <a:defRPr sz="28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83129" y="1197429"/>
            <a:ext cx="10025743" cy="2917372"/>
          </a:xfrm>
        </p:spPr>
        <p:txBody>
          <a:bodyPr anchor="ctr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9240" y="4288973"/>
            <a:ext cx="9569632" cy="1980293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97886" y="365125"/>
            <a:ext cx="1055914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58686" y="365125"/>
            <a:ext cx="8665028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7600" y="408675"/>
            <a:ext cx="10516800" cy="581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2F5ED-D19D-4097-92A9-D6092B3D6E6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AEAA2-D029-4D23-B6D5-DE004B8B3ED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tags" Target="../tags/tag2.xml"/><Relationship Id="rId12" Type="http://schemas.openxmlformats.org/officeDocument/2006/relationships/tags" Target="../tags/tag1.xml"/><Relationship Id="rId11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838200" y="365125"/>
            <a:ext cx="10515600" cy="8540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838200" y="1502229"/>
            <a:ext cx="10515600" cy="34660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8CBE0A-6AF3-4DB5-863D-349F941489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DA3DE-FABF-4925-BE42-A002C40F88E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SzPct val="80000"/>
        <a:buFont typeface="Wingdings 2" pitchFamily="18" charset="2"/>
        <a:buChar char=""/>
        <a:defRPr sz="28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75000"/>
            </a:schemeClr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4418330" y="2172335"/>
            <a:ext cx="7705725" cy="1179195"/>
          </a:xfrm>
        </p:spPr>
        <p:txBody>
          <a:bodyPr>
            <a:normAutofit/>
          </a:bodyPr>
          <a:lstStyle/>
          <a:p>
            <a:r>
              <a:rPr lang="zh-CN" altLang="en-US" dirty="0">
                <a:solidFill>
                  <a:srgbClr val="92D050"/>
                </a:solidFill>
                <a:latin typeface="+mj-lt"/>
                <a:ea typeface="+mj-ea"/>
              </a:rPr>
              <a:t>I2C-EEPROM实验</a:t>
            </a:r>
            <a:endParaRPr lang="zh-CN" altLang="en-US" dirty="0">
              <a:solidFill>
                <a:srgbClr val="92D050"/>
              </a:solidFill>
              <a:latin typeface="+mj-lt"/>
              <a:ea typeface="+mj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本讲主要内容</a:t>
            </a:r>
            <a:endParaRPr lang="zh-CN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1.IIC</a:t>
            </a:r>
            <a:r>
              <a:rPr lang="zh-CN" altLang="zh-CN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介绍</a:t>
            </a:r>
            <a:endParaRPr lang="zh-CN" altLang="zh-CN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>
              <a:buNone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2.AT24C02</a:t>
            </a:r>
            <a:r>
              <a:rPr lang="zh-CN" altLang="zh-CN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介绍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>
              <a:buNone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3.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硬件设计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>
              <a:buNone/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4.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软件设计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>
              <a:buNone/>
            </a:pP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TAG_VERSION" val="1.0"/>
  <p:tag name="KSO_WM_TEMPLATE_CATEGORY" val="custom"/>
  <p:tag name="KSO_WM_TEMPLATE_INDEX" val="160428"/>
</p:tagLst>
</file>

<file path=ppt/tags/tag2.xml><?xml version="1.0" encoding="utf-8"?>
<p:tagLst xmlns:p="http://schemas.openxmlformats.org/presentationml/2006/main">
  <p:tag name="KSO_WM_TAG_VERSION" val="1.0"/>
  <p:tag name="KSO_WM_TEMPLATE_CATEGORY" val="custom"/>
  <p:tag name="KSO_WM_TEMPLATE_INDEX" val="160428"/>
</p:tagLst>
</file>

<file path=ppt/tags/tag3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428"/>
  <p:tag name="KSO_WM_UNIT_TYPE" val="a"/>
  <p:tag name="KSO_WM_UNIT_INDEX" val="1"/>
  <p:tag name="KSO_WM_UNIT_ID" val="custom160428_1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4.xml><?xml version="1.0" encoding="utf-8"?>
<p:tagLst xmlns:p="http://schemas.openxmlformats.org/presentationml/2006/main">
  <p:tag name="KSO_WM_TEMPLATE_THUMBS_INDEX" val="1、9、12、16、20、26、28、29"/>
  <p:tag name="KSO_WM_TEMPLATE_CATEGORY" val="custom"/>
  <p:tag name="KSO_WM_TEMPLATE_INDEX" val="160428"/>
  <p:tag name="KSO_WM_TAG_VERSION" val="1.0"/>
  <p:tag name="KSO_WM_SLIDE_ID" val="custom160428_1"/>
  <p:tag name="KSO_WM_SLIDE_INDEX" val="1"/>
  <p:tag name="KSO_WM_SLIDE_ITEM_CNT" val="2"/>
  <p:tag name="KSO_WM_SLIDE_LAYOUT" val="a_b"/>
  <p:tag name="KSO_WM_SLIDE_LAYOUT_CNT" val="1_1"/>
  <p:tag name="KSO_WM_SLIDE_TYPE" val="title"/>
  <p:tag name="KSO_WM_BEAUTIFY_FLAG" val="#wm#"/>
</p:tagLst>
</file>

<file path=ppt/theme/theme1.xml><?xml version="1.0" encoding="utf-8"?>
<a:theme xmlns:a="http://schemas.openxmlformats.org/drawingml/2006/main" name="1_A000120140530A99PPBG">
  <a:themeElements>
    <a:clrScheme name="141">
      <a:dk1>
        <a:srgbClr val="5F5F5F"/>
      </a:dk1>
      <a:lt1>
        <a:sysClr val="window" lastClr="FFFFFF"/>
      </a:lt1>
      <a:dk2>
        <a:srgbClr val="5F5F5F"/>
      </a:dk2>
      <a:lt2>
        <a:srgbClr val="FFFFFF"/>
      </a:lt2>
      <a:accent1>
        <a:srgbClr val="87A452"/>
      </a:accent1>
      <a:accent2>
        <a:srgbClr val="58B898"/>
      </a:accent2>
      <a:accent3>
        <a:srgbClr val="489698"/>
      </a:accent3>
      <a:accent4>
        <a:srgbClr val="C2C25E"/>
      </a:accent4>
      <a:accent5>
        <a:srgbClr val="C00000"/>
      </a:accent5>
      <a:accent6>
        <a:srgbClr val="FFC000"/>
      </a:accent6>
      <a:hlink>
        <a:srgbClr val="00B0F0"/>
      </a:hlink>
      <a:folHlink>
        <a:srgbClr val="7F7F7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</Words>
  <Application>WPS 演示</Application>
  <PresentationFormat>自定义</PresentationFormat>
  <Paragraphs>10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2" baseType="lpstr">
      <vt:lpstr>Arial</vt:lpstr>
      <vt:lpstr>宋体</vt:lpstr>
      <vt:lpstr>Wingdings</vt:lpstr>
      <vt:lpstr>黑体</vt:lpstr>
      <vt:lpstr>Wingdings 2</vt:lpstr>
      <vt:lpstr>微软雅黑</vt:lpstr>
      <vt:lpstr>Arial Unicode MS</vt:lpstr>
      <vt:lpstr>Wingdings</vt:lpstr>
      <vt:lpstr>Calibri</vt:lpstr>
      <vt:lpstr>1_A000120140530A99PPBG</vt:lpstr>
      <vt:lpstr>SPI串行外设接口实验</vt:lpstr>
      <vt:lpstr>本讲主要内容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认识和了解开发板功能及其使用</dc:title>
  <dc:creator/>
  <cp:lastModifiedBy>普中科技35</cp:lastModifiedBy>
  <cp:revision>87</cp:revision>
  <dcterms:created xsi:type="dcterms:W3CDTF">2015-05-05T08:02:00Z</dcterms:created>
  <dcterms:modified xsi:type="dcterms:W3CDTF">2018-10-15T07:33:10Z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2052-10.1.0.7400</vt:lpwstr>
  </property>
</Properties>
</file>