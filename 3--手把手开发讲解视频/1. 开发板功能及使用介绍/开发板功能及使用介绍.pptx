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开发板功能及使用介绍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开发板功能介绍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开发板使用方法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开发板功能介绍</a:t>
            </a:r>
            <a:endParaRPr lang="zh-CN" altLang="en-US" dirty="0"/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945" y="1023620"/>
            <a:ext cx="8246745" cy="54222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开发板使用方法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①安装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②安装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DSP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仿真器驱动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③将仿真器和开发板连接好→将配置的USB线或电源适配器给开发板供电并将电源开关按下→仿真器 USB 口连接到电脑上→点击 CCS6的 Connect 键；这是推荐的上电顺序，当发生连接错误时请按此顺序上电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针对XP系统仿真器驱动安装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9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155" y="2054225"/>
            <a:ext cx="2680970" cy="38950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855" y="2054225"/>
            <a:ext cx="3636645" cy="39509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80" y="2054225"/>
            <a:ext cx="4686935" cy="3950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针对WIN7、WIN8、WIN10系统仿真器驱动安装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2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430" y="2054225"/>
            <a:ext cx="3394710" cy="39503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025" y="2054225"/>
            <a:ext cx="4006850" cy="3956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WPS 演示</Application>
  <PresentationFormat>自定义</PresentationFormat>
  <Paragraphs>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叶根友毛笔行书2.0版</vt:lpstr>
      <vt:lpstr>1_A000120140530A99PPBG</vt:lpstr>
      <vt:lpstr>认识和了解开发板功能及其使用</vt:lpstr>
      <vt:lpstr>本讲主要内容</vt:lpstr>
      <vt:lpstr>1.开发板功能介绍</vt:lpstr>
      <vt:lpstr>2.开发板使用方法</vt:lpstr>
      <vt:lpstr>2.开发板使用方法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12</cp:revision>
  <dcterms:created xsi:type="dcterms:W3CDTF">2015-05-05T08:02:00Z</dcterms:created>
  <dcterms:modified xsi:type="dcterms:W3CDTF">2018-06-05T09:20:40Z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